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2"/>
  </p:notesMasterIdLst>
  <p:sldIdLst>
    <p:sldId id="256" r:id="rId2"/>
    <p:sldId id="259" r:id="rId3"/>
    <p:sldId id="262" r:id="rId4"/>
    <p:sldId id="263" r:id="rId5"/>
    <p:sldId id="285" r:id="rId6"/>
    <p:sldId id="264" r:id="rId7"/>
    <p:sldId id="272" r:id="rId8"/>
    <p:sldId id="273" r:id="rId9"/>
    <p:sldId id="274" r:id="rId10"/>
    <p:sldId id="276" r:id="rId11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Colonna MT" panose="04020805060202030203" pitchFamily="82" charset="0"/>
      <p:regular r:id="rId17"/>
    </p:embeddedFont>
    <p:embeddedFont>
      <p:font typeface="Figtree" panose="020B0604020202020204" charset="0"/>
      <p:regular r:id="rId18"/>
      <p:bold r:id="rId19"/>
      <p:italic r:id="rId20"/>
      <p:boldItalic r:id="rId21"/>
    </p:embeddedFont>
    <p:embeddedFont>
      <p:font typeface="Nunito" pitchFamily="2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  <p: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jyot Thakare" initials="PT" lastIdx="1" clrIdx="0">
    <p:extLst>
      <p:ext uri="{19B8F6BF-5375-455C-9EA6-DF929625EA0E}">
        <p15:presenceInfo xmlns:p15="http://schemas.microsoft.com/office/powerpoint/2012/main" userId="31a98244676fe5b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D13"/>
    <a:srgbClr val="15ACF1"/>
    <a:srgbClr val="11A8EE"/>
    <a:srgbClr val="7544C1"/>
    <a:srgbClr val="17A7E6"/>
    <a:srgbClr val="CD3EA6"/>
    <a:srgbClr val="FAA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99E0DC-BDC3-4CCE-93D3-27D63D6D1958}">
  <a:tblStyle styleId="{1D99E0DC-BDC3-4CCE-93D3-27D63D6D19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9235C5-EF1A-40C5-B781-5BEFB02C78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86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heme" Target="theme/theme1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C60436-303D-45D7-BF6E-BB74F14D4B5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F062CA4-D6D9-4087-B28E-239C652840C2}">
      <dgm:prSet phldrT="[Text]" custT="1"/>
      <dgm:spPr>
        <a:solidFill>
          <a:srgbClr val="CD3EA6"/>
        </a:solidFill>
      </dgm:spPr>
      <dgm:t>
        <a:bodyPr/>
        <a:lstStyle/>
        <a:p>
          <a:pPr>
            <a:buNone/>
          </a:pPr>
          <a:r>
            <a:rPr lang="en-US" sz="1400" b="1" u="sng" dirty="0"/>
            <a:t>Direct Contract Revenue</a:t>
          </a:r>
        </a:p>
        <a:p>
          <a:pPr>
            <a:buNone/>
          </a:pPr>
          <a:endParaRPr lang="en-US" sz="1400" dirty="0"/>
        </a:p>
        <a:p>
          <a:pPr>
            <a:buNone/>
          </a:pPr>
          <a:r>
            <a:rPr lang="en" sz="1400" dirty="0"/>
            <a:t>Depending upon kind of home service requested, amount will be charged accordingly</a:t>
          </a:r>
          <a:endParaRPr lang="en-US" sz="1400" dirty="0"/>
        </a:p>
        <a:p>
          <a:pPr>
            <a:buNone/>
          </a:pPr>
          <a:endParaRPr lang="en-IN" sz="1400" dirty="0"/>
        </a:p>
      </dgm:t>
    </dgm:pt>
    <dgm:pt modelId="{9AB69FAB-6E66-4958-A025-ADB83B0F6710}" type="parTrans" cxnId="{C633B443-86C5-41C1-AA89-55EE209FA7B3}">
      <dgm:prSet/>
      <dgm:spPr/>
      <dgm:t>
        <a:bodyPr/>
        <a:lstStyle/>
        <a:p>
          <a:endParaRPr lang="en-IN"/>
        </a:p>
      </dgm:t>
    </dgm:pt>
    <dgm:pt modelId="{32A5C839-E23F-41C5-B14C-64AD3C6C2CEF}" type="sibTrans" cxnId="{C633B443-86C5-41C1-AA89-55EE209FA7B3}">
      <dgm:prSet/>
      <dgm:spPr/>
      <dgm:t>
        <a:bodyPr/>
        <a:lstStyle/>
        <a:p>
          <a:endParaRPr lang="en-IN"/>
        </a:p>
      </dgm:t>
    </dgm:pt>
    <dgm:pt modelId="{1BF81726-55F0-459A-9E1D-816B891AA3ED}">
      <dgm:prSet phldrT="[Text]" custT="1"/>
      <dgm:spPr>
        <a:solidFill>
          <a:srgbClr val="17A7E6"/>
        </a:solidFill>
      </dgm:spPr>
      <dgm:t>
        <a:bodyPr/>
        <a:lstStyle/>
        <a:p>
          <a:pPr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Platform </a:t>
          </a:r>
        </a:p>
        <a:p>
          <a:pPr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Registration Fees </a:t>
          </a:r>
        </a:p>
        <a:p>
          <a:pPr>
            <a:buNone/>
          </a:pPr>
          <a:endParaRPr lang="en-IN" sz="800" kern="1200" dirty="0"/>
        </a:p>
        <a:p>
          <a:pPr>
            <a:buNone/>
          </a:pPr>
          <a:r>
            <a:rPr lang="en-US" sz="1400" kern="1200" dirty="0"/>
            <a:t>One time fees for registering on platform charged to service provider</a:t>
          </a:r>
          <a:endParaRPr lang="en-IN" sz="1400" kern="1200" dirty="0"/>
        </a:p>
      </dgm:t>
    </dgm:pt>
    <dgm:pt modelId="{0849E919-20A9-4A64-A58E-4577068287E5}" type="parTrans" cxnId="{AB311E47-69C1-4FDC-AD83-91D84C1FCC61}">
      <dgm:prSet/>
      <dgm:spPr/>
      <dgm:t>
        <a:bodyPr/>
        <a:lstStyle/>
        <a:p>
          <a:endParaRPr lang="en-IN"/>
        </a:p>
      </dgm:t>
    </dgm:pt>
    <dgm:pt modelId="{8212CF68-2C31-4923-9646-244619B3CD0D}" type="sibTrans" cxnId="{AB311E47-69C1-4FDC-AD83-91D84C1FCC61}">
      <dgm:prSet/>
      <dgm:spPr/>
      <dgm:t>
        <a:bodyPr/>
        <a:lstStyle/>
        <a:p>
          <a:endParaRPr lang="en-IN"/>
        </a:p>
      </dgm:t>
    </dgm:pt>
    <dgm:pt modelId="{F20C381F-D447-455A-BE4D-1F11B78CC829}">
      <dgm:prSet phldrT="[Text]" custT="1"/>
      <dgm:spPr>
        <a:solidFill>
          <a:srgbClr val="FAAF19"/>
        </a:solidFill>
      </dgm:spPr>
      <dgm:t>
        <a:bodyPr/>
        <a:lstStyle/>
        <a:p>
          <a:pPr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Premium</a:t>
          </a:r>
        </a:p>
        <a:p>
          <a:pPr>
            <a:buNone/>
          </a:pPr>
          <a:endParaRPr lang="en-IN" sz="900" kern="1200" dirty="0"/>
        </a:p>
        <a:p>
          <a:pPr>
            <a:buNone/>
          </a:pPr>
          <a:r>
            <a:rPr lang="en-US" sz="1400" kern="1200" dirty="0"/>
            <a:t>Client able to book services for Specified Period. </a:t>
          </a:r>
        </a:p>
        <a:p>
          <a:pPr>
            <a:buFont typeface="Arial" panose="020B0604020202020204" pitchFamily="34" charset="0"/>
            <a:buChar char="•"/>
          </a:pPr>
          <a:r>
            <a:rPr lang="en-US" sz="1400" kern="1200" dirty="0"/>
            <a:t>Assured additional  guarantee from platform.</a:t>
          </a:r>
        </a:p>
        <a:p>
          <a:pPr>
            <a:buFont typeface="Arial" panose="020B0604020202020204" pitchFamily="34" charset="0"/>
            <a:buChar char="•"/>
          </a:pPr>
          <a:r>
            <a:rPr lang="en-US" sz="1400" kern="1200" dirty="0"/>
            <a:t>Free home checkups</a:t>
          </a:r>
          <a:r>
            <a:rPr lang="en-IN" sz="1400" kern="1200" dirty="0"/>
            <a:t> </a:t>
          </a:r>
          <a:endParaRPr lang="en-IN" sz="900" kern="1200" dirty="0"/>
        </a:p>
        <a:p>
          <a:pPr>
            <a:buNone/>
          </a:pPr>
          <a:endParaRPr lang="en-IN" sz="900" kern="1200" dirty="0"/>
        </a:p>
      </dgm:t>
    </dgm:pt>
    <dgm:pt modelId="{3C9510F4-FD1C-4E0A-83DA-FE91DF9C3659}" type="parTrans" cxnId="{5D23BEF0-2FAF-4100-8082-EA759A96A601}">
      <dgm:prSet/>
      <dgm:spPr/>
      <dgm:t>
        <a:bodyPr/>
        <a:lstStyle/>
        <a:p>
          <a:endParaRPr lang="en-IN"/>
        </a:p>
      </dgm:t>
    </dgm:pt>
    <dgm:pt modelId="{61A01FE8-D3AC-4DD8-AC73-AA37F9AA505D}" type="sibTrans" cxnId="{5D23BEF0-2FAF-4100-8082-EA759A96A601}">
      <dgm:prSet/>
      <dgm:spPr/>
      <dgm:t>
        <a:bodyPr/>
        <a:lstStyle/>
        <a:p>
          <a:endParaRPr lang="en-IN"/>
        </a:p>
      </dgm:t>
    </dgm:pt>
    <dgm:pt modelId="{BD573E3D-2375-4369-AA7E-1F6E1D4A156F}">
      <dgm:prSet phldrT="[Text]" custT="1"/>
      <dgm:spPr>
        <a:solidFill>
          <a:srgbClr val="7544C1"/>
        </a:solidFill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Advertisements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u="sng" kern="1200" dirty="0">
            <a:solidFill>
              <a:srgbClr val="F3F3F3"/>
            </a:solidFill>
            <a:latin typeface="Arial"/>
            <a:ea typeface="+mn-ea"/>
            <a:cs typeface="+mn-cs"/>
          </a:endParaRPr>
        </a:p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Service provider may advertise his services</a:t>
          </a:r>
          <a:endParaRPr lang="en-IN" sz="1400" kern="1200" dirty="0"/>
        </a:p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gm:t>
    </dgm:pt>
    <dgm:pt modelId="{3342914A-C25D-4780-A529-7525F64D19F0}" type="parTrans" cxnId="{FFC2D711-23EF-4720-AD44-DD8CAF9B04AA}">
      <dgm:prSet/>
      <dgm:spPr/>
      <dgm:t>
        <a:bodyPr/>
        <a:lstStyle/>
        <a:p>
          <a:endParaRPr lang="en-IN"/>
        </a:p>
      </dgm:t>
    </dgm:pt>
    <dgm:pt modelId="{66C9B914-5196-4EDD-9F08-FA95A9631900}" type="sibTrans" cxnId="{FFC2D711-23EF-4720-AD44-DD8CAF9B04AA}">
      <dgm:prSet/>
      <dgm:spPr/>
      <dgm:t>
        <a:bodyPr/>
        <a:lstStyle/>
        <a:p>
          <a:endParaRPr lang="en-IN"/>
        </a:p>
      </dgm:t>
    </dgm:pt>
    <dgm:pt modelId="{60556444-9389-4C91-872E-5E10B121C1BE}" type="pres">
      <dgm:prSet presAssocID="{11C60436-303D-45D7-BF6E-BB74F14D4B5C}" presName="matrix" presStyleCnt="0">
        <dgm:presLayoutVars>
          <dgm:chMax val="1"/>
          <dgm:dir/>
          <dgm:resizeHandles val="exact"/>
        </dgm:presLayoutVars>
      </dgm:prSet>
      <dgm:spPr/>
    </dgm:pt>
    <dgm:pt modelId="{6F487D73-3F58-4776-81A5-2B05948EF248}" type="pres">
      <dgm:prSet presAssocID="{11C60436-303D-45D7-BF6E-BB74F14D4B5C}" presName="diamond" presStyleLbl="bgShp" presStyleIdx="0" presStyleCnt="1" custLinFactNeighborX="272"/>
      <dgm:spPr>
        <a:gradFill flip="none" rotWithShape="0">
          <a:gsLst>
            <a:gs pos="0">
              <a:schemeClr val="accent1">
                <a:tint val="40000"/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50000" t="50000" r="50000" b="50000"/>
          </a:path>
          <a:tileRect/>
        </a:gradFill>
      </dgm:spPr>
    </dgm:pt>
    <dgm:pt modelId="{F23031BF-CD0E-4EFE-BC75-C18FACDCF36D}" type="pres">
      <dgm:prSet presAssocID="{11C60436-303D-45D7-BF6E-BB74F14D4B5C}" presName="quad1" presStyleLbl="node1" presStyleIdx="0" presStyleCnt="4" custScaleX="214985" custScaleY="106985" custLinFactNeighborX="-71828" custLinFactNeighborY="-18225">
        <dgm:presLayoutVars>
          <dgm:chMax val="0"/>
          <dgm:chPref val="0"/>
          <dgm:bulletEnabled val="1"/>
        </dgm:presLayoutVars>
      </dgm:prSet>
      <dgm:spPr/>
    </dgm:pt>
    <dgm:pt modelId="{2D1209AE-EED1-476D-A163-76F0821D4B39}" type="pres">
      <dgm:prSet presAssocID="{11C60436-303D-45D7-BF6E-BB74F14D4B5C}" presName="quad2" presStyleLbl="node1" presStyleIdx="1" presStyleCnt="4" custScaleX="203657" custScaleY="104331" custLinFactNeighborX="67143" custLinFactNeighborY="-21827">
        <dgm:presLayoutVars>
          <dgm:chMax val="0"/>
          <dgm:chPref val="0"/>
          <dgm:bulletEnabled val="1"/>
        </dgm:presLayoutVars>
      </dgm:prSet>
      <dgm:spPr/>
    </dgm:pt>
    <dgm:pt modelId="{B3E6DA6C-87E3-498D-87EC-52B7E370C2F6}" type="pres">
      <dgm:prSet presAssocID="{11C60436-303D-45D7-BF6E-BB74F14D4B5C}" presName="quad3" presStyleLbl="node1" presStyleIdx="2" presStyleCnt="4" custScaleX="215583" custScaleY="111058" custLinFactNeighborX="-73672" custLinFactNeighborY="12293">
        <dgm:presLayoutVars>
          <dgm:chMax val="0"/>
          <dgm:chPref val="0"/>
          <dgm:bulletEnabled val="1"/>
        </dgm:presLayoutVars>
      </dgm:prSet>
      <dgm:spPr/>
    </dgm:pt>
    <dgm:pt modelId="{D5B68583-E1C3-4660-8475-C7567D00E0ED}" type="pres">
      <dgm:prSet presAssocID="{11C60436-303D-45D7-BF6E-BB74F14D4B5C}" presName="quad4" presStyleLbl="node1" presStyleIdx="3" presStyleCnt="4" custScaleX="200789" custScaleY="110518" custLinFactNeighborX="67713" custLinFactNeighborY="11167">
        <dgm:presLayoutVars>
          <dgm:chMax val="0"/>
          <dgm:chPref val="0"/>
          <dgm:bulletEnabled val="1"/>
        </dgm:presLayoutVars>
      </dgm:prSet>
      <dgm:spPr/>
    </dgm:pt>
  </dgm:ptLst>
  <dgm:cxnLst>
    <dgm:cxn modelId="{FFC2D711-23EF-4720-AD44-DD8CAF9B04AA}" srcId="{11C60436-303D-45D7-BF6E-BB74F14D4B5C}" destId="{BD573E3D-2375-4369-AA7E-1F6E1D4A156F}" srcOrd="3" destOrd="0" parTransId="{3342914A-C25D-4780-A529-7525F64D19F0}" sibTransId="{66C9B914-5196-4EDD-9F08-FA95A9631900}"/>
    <dgm:cxn modelId="{F93E3461-0846-423E-BDC6-CF5E10388E0D}" type="presOf" srcId="{BD573E3D-2375-4369-AA7E-1F6E1D4A156F}" destId="{D5B68583-E1C3-4660-8475-C7567D00E0ED}" srcOrd="0" destOrd="0" presId="urn:microsoft.com/office/officeart/2005/8/layout/matrix3"/>
    <dgm:cxn modelId="{C633B443-86C5-41C1-AA89-55EE209FA7B3}" srcId="{11C60436-303D-45D7-BF6E-BB74F14D4B5C}" destId="{4F062CA4-D6D9-4087-B28E-239C652840C2}" srcOrd="0" destOrd="0" parTransId="{9AB69FAB-6E66-4958-A025-ADB83B0F6710}" sibTransId="{32A5C839-E23F-41C5-B14C-64AD3C6C2CEF}"/>
    <dgm:cxn modelId="{AB311E47-69C1-4FDC-AD83-91D84C1FCC61}" srcId="{11C60436-303D-45D7-BF6E-BB74F14D4B5C}" destId="{1BF81726-55F0-459A-9E1D-816B891AA3ED}" srcOrd="1" destOrd="0" parTransId="{0849E919-20A9-4A64-A58E-4577068287E5}" sibTransId="{8212CF68-2C31-4923-9646-244619B3CD0D}"/>
    <dgm:cxn modelId="{0B7BAB68-9B28-4497-BC15-9DFA4D960DAC}" type="presOf" srcId="{F20C381F-D447-455A-BE4D-1F11B78CC829}" destId="{B3E6DA6C-87E3-498D-87EC-52B7E370C2F6}" srcOrd="0" destOrd="0" presId="urn:microsoft.com/office/officeart/2005/8/layout/matrix3"/>
    <dgm:cxn modelId="{4647789C-6C56-4D09-9C85-AFE65F0A332C}" type="presOf" srcId="{1BF81726-55F0-459A-9E1D-816B891AA3ED}" destId="{2D1209AE-EED1-476D-A163-76F0821D4B39}" srcOrd="0" destOrd="0" presId="urn:microsoft.com/office/officeart/2005/8/layout/matrix3"/>
    <dgm:cxn modelId="{2B48FDAE-3EC9-4016-8BFD-3B5DB298E3C8}" type="presOf" srcId="{11C60436-303D-45D7-BF6E-BB74F14D4B5C}" destId="{60556444-9389-4C91-872E-5E10B121C1BE}" srcOrd="0" destOrd="0" presId="urn:microsoft.com/office/officeart/2005/8/layout/matrix3"/>
    <dgm:cxn modelId="{5D23BEF0-2FAF-4100-8082-EA759A96A601}" srcId="{11C60436-303D-45D7-BF6E-BB74F14D4B5C}" destId="{F20C381F-D447-455A-BE4D-1F11B78CC829}" srcOrd="2" destOrd="0" parTransId="{3C9510F4-FD1C-4E0A-83DA-FE91DF9C3659}" sibTransId="{61A01FE8-D3AC-4DD8-AC73-AA37F9AA505D}"/>
    <dgm:cxn modelId="{610689F1-7A08-44F0-9B26-6A9851FEC6E0}" type="presOf" srcId="{4F062CA4-D6D9-4087-B28E-239C652840C2}" destId="{F23031BF-CD0E-4EFE-BC75-C18FACDCF36D}" srcOrd="0" destOrd="0" presId="urn:microsoft.com/office/officeart/2005/8/layout/matrix3"/>
    <dgm:cxn modelId="{8C15EB32-F48B-4887-B594-B28039F19066}" type="presParOf" srcId="{60556444-9389-4C91-872E-5E10B121C1BE}" destId="{6F487D73-3F58-4776-81A5-2B05948EF248}" srcOrd="0" destOrd="0" presId="urn:microsoft.com/office/officeart/2005/8/layout/matrix3"/>
    <dgm:cxn modelId="{8FDA7C82-FEF2-4A53-8A84-56B0F2F3685E}" type="presParOf" srcId="{60556444-9389-4C91-872E-5E10B121C1BE}" destId="{F23031BF-CD0E-4EFE-BC75-C18FACDCF36D}" srcOrd="1" destOrd="0" presId="urn:microsoft.com/office/officeart/2005/8/layout/matrix3"/>
    <dgm:cxn modelId="{2FE48FCA-8B8E-4CBC-84AB-FD88943A03F1}" type="presParOf" srcId="{60556444-9389-4C91-872E-5E10B121C1BE}" destId="{2D1209AE-EED1-476D-A163-76F0821D4B39}" srcOrd="2" destOrd="0" presId="urn:microsoft.com/office/officeart/2005/8/layout/matrix3"/>
    <dgm:cxn modelId="{4A4D8511-2CC4-492E-89D4-8D0F2203952D}" type="presParOf" srcId="{60556444-9389-4C91-872E-5E10B121C1BE}" destId="{B3E6DA6C-87E3-498D-87EC-52B7E370C2F6}" srcOrd="3" destOrd="0" presId="urn:microsoft.com/office/officeart/2005/8/layout/matrix3"/>
    <dgm:cxn modelId="{8166AAF9-09C0-40F6-B145-8B703F46DF74}" type="presParOf" srcId="{60556444-9389-4C91-872E-5E10B121C1BE}" destId="{D5B68583-E1C3-4660-8475-C7567D00E0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87D73-3F58-4776-81A5-2B05948EF248}">
      <dsp:nvSpPr>
        <dsp:cNvPr id="0" name=""/>
        <dsp:cNvSpPr/>
      </dsp:nvSpPr>
      <dsp:spPr>
        <a:xfrm>
          <a:off x="1813677" y="0"/>
          <a:ext cx="3952038" cy="3952038"/>
        </a:xfrm>
        <a:prstGeom prst="diamond">
          <a:avLst/>
        </a:prstGeom>
        <a:gradFill flip="none" rotWithShape="0">
          <a:gsLst>
            <a:gs pos="0">
              <a:schemeClr val="accent1">
                <a:tint val="40000"/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031BF-CD0E-4EFE-BC75-C18FACDCF36D}">
      <dsp:nvSpPr>
        <dsp:cNvPr id="0" name=""/>
        <dsp:cNvSpPr/>
      </dsp:nvSpPr>
      <dsp:spPr>
        <a:xfrm>
          <a:off x="185161" y="40712"/>
          <a:ext cx="3313552" cy="1648954"/>
        </a:xfrm>
        <a:prstGeom prst="roundRect">
          <a:avLst/>
        </a:prstGeom>
        <a:solidFill>
          <a:srgbClr val="CD3EA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Direct Contract Revenue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400" kern="1200" dirty="0"/>
            <a:t>Depending upon kind of home service requested, amount will be charged accordingly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265656" y="121207"/>
        <a:ext cx="3152562" cy="1487964"/>
      </dsp:txXfrm>
    </dsp:sp>
    <dsp:sp modelId="{2D1209AE-EED1-476D-A163-76F0821D4B39}">
      <dsp:nvSpPr>
        <dsp:cNvPr id="0" name=""/>
        <dsp:cNvSpPr/>
      </dsp:nvSpPr>
      <dsp:spPr>
        <a:xfrm>
          <a:off x="4074269" y="5648"/>
          <a:ext cx="3138954" cy="1608048"/>
        </a:xfrm>
        <a:prstGeom prst="roundRect">
          <a:avLst/>
        </a:prstGeom>
        <a:solidFill>
          <a:srgbClr val="17A7E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Platform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Registration Fees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One time fees for registering on platform charged to service provider</a:t>
          </a:r>
          <a:endParaRPr lang="en-IN" sz="1400" kern="1200" dirty="0"/>
        </a:p>
      </dsp:txBody>
      <dsp:txXfrm>
        <a:off x="4152767" y="84146"/>
        <a:ext cx="2981958" cy="1451052"/>
      </dsp:txXfrm>
    </dsp:sp>
    <dsp:sp modelId="{B3E6DA6C-87E3-498D-87EC-52B7E370C2F6}">
      <dsp:nvSpPr>
        <dsp:cNvPr id="0" name=""/>
        <dsp:cNvSpPr/>
      </dsp:nvSpPr>
      <dsp:spPr>
        <a:xfrm>
          <a:off x="152131" y="2139552"/>
          <a:ext cx="3322769" cy="1711731"/>
        </a:xfrm>
        <a:prstGeom prst="roundRect">
          <a:avLst/>
        </a:prstGeom>
        <a:solidFill>
          <a:srgbClr val="FAAF1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Premium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Client able to book services for Specified Period.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Assured additional  guarantee from platform.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Free home checkups</a:t>
          </a:r>
          <a:r>
            <a:rPr lang="en-IN" sz="1400" kern="1200" dirty="0"/>
            <a:t> </a:t>
          </a:r>
          <a:endParaRPr lang="en-IN" sz="9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>
        <a:off x="235691" y="2223112"/>
        <a:ext cx="3155649" cy="1544611"/>
      </dsp:txXfrm>
    </dsp:sp>
    <dsp:sp modelId="{D5B68583-E1C3-4660-8475-C7567D00E0ED}">
      <dsp:nvSpPr>
        <dsp:cNvPr id="0" name=""/>
        <dsp:cNvSpPr/>
      </dsp:nvSpPr>
      <dsp:spPr>
        <a:xfrm>
          <a:off x="4105156" y="2126359"/>
          <a:ext cx="3094750" cy="1703408"/>
        </a:xfrm>
        <a:prstGeom prst="roundRect">
          <a:avLst/>
        </a:prstGeom>
        <a:solidFill>
          <a:srgbClr val="7544C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solidFill>
                <a:srgbClr val="F3F3F3"/>
              </a:solidFill>
              <a:latin typeface="Arial"/>
              <a:ea typeface="+mn-ea"/>
              <a:cs typeface="+mn-cs"/>
            </a:rPr>
            <a:t>Advertisements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u="sng" kern="1200" dirty="0">
            <a:solidFill>
              <a:srgbClr val="F3F3F3"/>
            </a:solidFill>
            <a:latin typeface="Arial"/>
            <a:ea typeface="+mn-ea"/>
            <a:cs typeface="+mn-cs"/>
          </a:endParaRPr>
        </a:p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Service provider may advertise his services</a:t>
          </a:r>
          <a:endParaRPr lang="en-IN" sz="1400" kern="1200" dirty="0"/>
        </a:p>
        <a:p>
          <a:pPr marL="0"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4188310" y="2209513"/>
        <a:ext cx="2928442" cy="1537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12760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9e963bc86f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9e963bc86f_1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44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263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577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308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832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324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479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1869d044d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1869d044d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335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343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29e963bc86f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29e963bc86f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401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572625" y="1266075"/>
            <a:ext cx="4858200" cy="21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572625" y="3401625"/>
            <a:ext cx="4858200" cy="47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46" name="Google Shape;46;p6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6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6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6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7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52" name="Google Shape;52;p7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7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7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7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135975" y="11303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4135975" y="1845625"/>
            <a:ext cx="4294800" cy="21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713225" y="539550"/>
            <a:ext cx="2685300" cy="39159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61" name="Google Shape;61;p8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8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8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8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3674000" y="113105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713225" y="734184"/>
            <a:ext cx="2315505" cy="3792156"/>
            <a:chOff x="713225" y="734184"/>
            <a:chExt cx="2315505" cy="3792156"/>
          </a:xfrm>
        </p:grpSpPr>
        <p:sp>
          <p:nvSpPr>
            <p:cNvPr id="67" name="Google Shape;67;p8"/>
            <p:cNvSpPr/>
            <p:nvPr/>
          </p:nvSpPr>
          <p:spPr>
            <a:xfrm>
              <a:off x="713225" y="3190141"/>
              <a:ext cx="2315505" cy="1336199"/>
            </a:xfrm>
            <a:custGeom>
              <a:avLst/>
              <a:gdLst/>
              <a:ahLst/>
              <a:cxnLst/>
              <a:rect l="l" t="t" r="r" b="b"/>
              <a:pathLst>
                <a:path w="2478" h="1430" extrusionOk="0">
                  <a:moveTo>
                    <a:pt x="2118" y="1222"/>
                  </a:moveTo>
                  <a:cubicBezTo>
                    <a:pt x="1636" y="1500"/>
                    <a:pt x="851" y="1499"/>
                    <a:pt x="366" y="1219"/>
                  </a:cubicBezTo>
                  <a:cubicBezTo>
                    <a:pt x="-119" y="939"/>
                    <a:pt x="-122" y="486"/>
                    <a:pt x="361" y="208"/>
                  </a:cubicBezTo>
                  <a:cubicBezTo>
                    <a:pt x="843" y="-70"/>
                    <a:pt x="1627" y="-69"/>
                    <a:pt x="2112" y="212"/>
                  </a:cubicBezTo>
                  <a:cubicBezTo>
                    <a:pt x="2598" y="491"/>
                    <a:pt x="2600" y="944"/>
                    <a:pt x="2118" y="1222"/>
                  </a:cubicBezTo>
                  <a:close/>
                </a:path>
              </a:pathLst>
            </a:custGeom>
            <a:solidFill>
              <a:srgbClr val="2A1401">
                <a:alpha val="12030"/>
              </a:srgbClr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" name="Google Shape;68;p8"/>
            <p:cNvGrpSpPr/>
            <p:nvPr/>
          </p:nvGrpSpPr>
          <p:grpSpPr>
            <a:xfrm>
              <a:off x="1188217" y="734184"/>
              <a:ext cx="1365507" cy="3522300"/>
              <a:chOff x="8211521" y="894906"/>
              <a:chExt cx="1048133" cy="2703638"/>
            </a:xfrm>
          </p:grpSpPr>
          <p:sp>
            <p:nvSpPr>
              <p:cNvPr id="69" name="Google Shape;69;p8"/>
              <p:cNvSpPr/>
              <p:nvPr/>
            </p:nvSpPr>
            <p:spPr>
              <a:xfrm>
                <a:off x="8211521" y="894906"/>
                <a:ext cx="977051" cy="269717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087" extrusionOk="0">
                    <a:moveTo>
                      <a:pt x="756" y="49"/>
                    </a:moveTo>
                    <a:lnTo>
                      <a:pt x="691" y="9"/>
                    </a:lnTo>
                    <a:cubicBezTo>
                      <a:pt x="689" y="8"/>
                      <a:pt x="688" y="7"/>
                      <a:pt x="686" y="7"/>
                    </a:cubicBezTo>
                    <a:lnTo>
                      <a:pt x="686" y="7"/>
                    </a:lnTo>
                    <a:lnTo>
                      <a:pt x="686" y="7"/>
                    </a:lnTo>
                    <a:cubicBezTo>
                      <a:pt x="676" y="2"/>
                      <a:pt x="666" y="0"/>
                      <a:pt x="656" y="0"/>
                    </a:cubicBezTo>
                    <a:cubicBezTo>
                      <a:pt x="639" y="0"/>
                      <a:pt x="621" y="5"/>
                      <a:pt x="603" y="16"/>
                    </a:cubicBezTo>
                    <a:lnTo>
                      <a:pt x="116" y="297"/>
                    </a:lnTo>
                    <a:cubicBezTo>
                      <a:pt x="51" y="335"/>
                      <a:pt x="0" y="432"/>
                      <a:pt x="0" y="517"/>
                    </a:cubicBezTo>
                    <a:lnTo>
                      <a:pt x="0" y="1937"/>
                    </a:lnTo>
                    <a:cubicBezTo>
                      <a:pt x="0" y="1996"/>
                      <a:pt x="24" y="2031"/>
                      <a:pt x="54" y="2044"/>
                    </a:cubicBezTo>
                    <a:lnTo>
                      <a:pt x="128" y="2087"/>
                    </a:lnTo>
                    <a:lnTo>
                      <a:pt x="163" y="1971"/>
                    </a:lnTo>
                    <a:lnTo>
                      <a:pt x="573" y="1734"/>
                    </a:lnTo>
                    <a:cubicBezTo>
                      <a:pt x="638" y="1696"/>
                      <a:pt x="689" y="1600"/>
                      <a:pt x="689" y="1514"/>
                    </a:cubicBezTo>
                    <a:lnTo>
                      <a:pt x="689" y="266"/>
                    </a:lnTo>
                    <a:lnTo>
                      <a:pt x="756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8"/>
              <p:cNvSpPr/>
              <p:nvPr/>
            </p:nvSpPr>
            <p:spPr>
              <a:xfrm>
                <a:off x="8301989" y="949185"/>
                <a:ext cx="957665" cy="2649359"/>
              </a:xfrm>
              <a:custGeom>
                <a:avLst/>
                <a:gdLst/>
                <a:ahLst/>
                <a:cxnLst/>
                <a:rect l="l" t="t" r="r" b="b"/>
                <a:pathLst>
                  <a:path w="741" h="2050" extrusionOk="0">
                    <a:moveTo>
                      <a:pt x="85" y="2050"/>
                    </a:moveTo>
                    <a:cubicBezTo>
                      <a:pt x="43" y="2050"/>
                      <a:pt x="0" y="2015"/>
                      <a:pt x="0" y="1937"/>
                    </a:cubicBezTo>
                    <a:lnTo>
                      <a:pt x="0" y="517"/>
                    </a:lnTo>
                    <a:cubicBezTo>
                      <a:pt x="0" y="431"/>
                      <a:pt x="51" y="334"/>
                      <a:pt x="117" y="297"/>
                    </a:cubicBezTo>
                    <a:lnTo>
                      <a:pt x="604" y="16"/>
                    </a:lnTo>
                    <a:cubicBezTo>
                      <a:pt x="621" y="5"/>
                      <a:pt x="639" y="0"/>
                      <a:pt x="656" y="0"/>
                    </a:cubicBezTo>
                    <a:cubicBezTo>
                      <a:pt x="698" y="0"/>
                      <a:pt x="741" y="35"/>
                      <a:pt x="741" y="114"/>
                    </a:cubicBezTo>
                    <a:lnTo>
                      <a:pt x="741" y="1533"/>
                    </a:lnTo>
                    <a:cubicBezTo>
                      <a:pt x="741" y="1619"/>
                      <a:pt x="690" y="1716"/>
                      <a:pt x="624" y="1754"/>
                    </a:cubicBezTo>
                    <a:lnTo>
                      <a:pt x="138" y="2035"/>
                    </a:lnTo>
                    <a:cubicBezTo>
                      <a:pt x="120" y="2045"/>
                      <a:pt x="102" y="2050"/>
                      <a:pt x="85" y="20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8339468" y="976325"/>
                <a:ext cx="903384" cy="259637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2009" extrusionOk="0">
                    <a:moveTo>
                      <a:pt x="593" y="1715"/>
                    </a:moveTo>
                    <a:lnTo>
                      <a:pt x="106" y="1996"/>
                    </a:lnTo>
                    <a:cubicBezTo>
                      <a:pt x="47" y="2029"/>
                      <a:pt x="0" y="1994"/>
                      <a:pt x="0" y="1916"/>
                    </a:cubicBezTo>
                    <a:lnTo>
                      <a:pt x="0" y="496"/>
                    </a:lnTo>
                    <a:cubicBezTo>
                      <a:pt x="0" y="418"/>
                      <a:pt x="47" y="328"/>
                      <a:pt x="106" y="294"/>
                    </a:cubicBezTo>
                    <a:lnTo>
                      <a:pt x="593" y="13"/>
                    </a:lnTo>
                    <a:cubicBezTo>
                      <a:pt x="651" y="-21"/>
                      <a:pt x="699" y="15"/>
                      <a:pt x="699" y="93"/>
                    </a:cubicBezTo>
                    <a:lnTo>
                      <a:pt x="699" y="1512"/>
                    </a:lnTo>
                    <a:cubicBezTo>
                      <a:pt x="699" y="1590"/>
                      <a:pt x="651" y="1681"/>
                      <a:pt x="593" y="17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8"/>
              <p:cNvSpPr/>
              <p:nvPr/>
            </p:nvSpPr>
            <p:spPr>
              <a:xfrm>
                <a:off x="8376948" y="1006049"/>
                <a:ext cx="855565" cy="2535630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62" extrusionOk="0">
                    <a:moveTo>
                      <a:pt x="662" y="77"/>
                    </a:moveTo>
                    <a:lnTo>
                      <a:pt x="662" y="1503"/>
                    </a:lnTo>
                    <a:cubicBezTo>
                      <a:pt x="662" y="1568"/>
                      <a:pt x="623" y="1643"/>
                      <a:pt x="574" y="1671"/>
                    </a:cubicBezTo>
                    <a:lnTo>
                      <a:pt x="529" y="1697"/>
                    </a:lnTo>
                    <a:lnTo>
                      <a:pt x="430" y="1754"/>
                    </a:lnTo>
                    <a:lnTo>
                      <a:pt x="324" y="1815"/>
                    </a:lnTo>
                    <a:lnTo>
                      <a:pt x="148" y="1917"/>
                    </a:lnTo>
                    <a:lnTo>
                      <a:pt x="87" y="1952"/>
                    </a:lnTo>
                    <a:cubicBezTo>
                      <a:pt x="75" y="1959"/>
                      <a:pt x="64" y="1962"/>
                      <a:pt x="53" y="1962"/>
                    </a:cubicBezTo>
                    <a:cubicBezTo>
                      <a:pt x="22" y="1963"/>
                      <a:pt x="0" y="1934"/>
                      <a:pt x="0" y="1885"/>
                    </a:cubicBezTo>
                    <a:lnTo>
                      <a:pt x="0" y="459"/>
                    </a:lnTo>
                    <a:cubicBezTo>
                      <a:pt x="0" y="395"/>
                      <a:pt x="39" y="320"/>
                      <a:pt x="87" y="292"/>
                    </a:cubicBezTo>
                    <a:lnTo>
                      <a:pt x="125" y="270"/>
                    </a:lnTo>
                    <a:lnTo>
                      <a:pt x="261" y="191"/>
                    </a:lnTo>
                    <a:lnTo>
                      <a:pt x="330" y="152"/>
                    </a:lnTo>
                    <a:lnTo>
                      <a:pt x="506" y="50"/>
                    </a:lnTo>
                    <a:lnTo>
                      <a:pt x="574" y="11"/>
                    </a:lnTo>
                    <a:cubicBezTo>
                      <a:pt x="609" y="-9"/>
                      <a:pt x="639" y="0"/>
                      <a:pt x="653" y="30"/>
                    </a:cubicBezTo>
                    <a:cubicBezTo>
                      <a:pt x="659" y="43"/>
                      <a:pt x="662" y="58"/>
                      <a:pt x="662" y="7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8401504" y="1196028"/>
                <a:ext cx="806454" cy="2141457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657" extrusionOk="0">
                    <a:moveTo>
                      <a:pt x="624" y="1296"/>
                    </a:moveTo>
                    <a:lnTo>
                      <a:pt x="0" y="1657"/>
                    </a:lnTo>
                    <a:lnTo>
                      <a:pt x="0" y="360"/>
                    </a:lnTo>
                    <a:lnTo>
                      <a:pt x="624" y="0"/>
                    </a:lnTo>
                    <a:lnTo>
                      <a:pt x="624" y="1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8406673" y="1206367"/>
                <a:ext cx="796115" cy="211819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639" extrusionOk="0">
                    <a:moveTo>
                      <a:pt x="616" y="0"/>
                    </a:moveTo>
                    <a:lnTo>
                      <a:pt x="616" y="1284"/>
                    </a:lnTo>
                    <a:lnTo>
                      <a:pt x="0" y="1639"/>
                    </a:lnTo>
                    <a:lnTo>
                      <a:pt x="0" y="355"/>
                    </a:lnTo>
                    <a:lnTo>
                      <a:pt x="6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/>
                  <a:t> +</a:t>
                </a: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8"/>
              <p:cNvSpPr/>
              <p:nvPr/>
            </p:nvSpPr>
            <p:spPr>
              <a:xfrm>
                <a:off x="8406673" y="2161428"/>
                <a:ext cx="796115" cy="1163133"/>
              </a:xfrm>
              <a:custGeom>
                <a:avLst/>
                <a:gdLst/>
                <a:ahLst/>
                <a:cxnLst/>
                <a:rect l="l" t="t" r="r" b="b"/>
                <a:pathLst>
                  <a:path w="616" h="900" extrusionOk="0">
                    <a:moveTo>
                      <a:pt x="616" y="26"/>
                    </a:moveTo>
                    <a:lnTo>
                      <a:pt x="616" y="545"/>
                    </a:lnTo>
                    <a:lnTo>
                      <a:pt x="0" y="900"/>
                    </a:lnTo>
                    <a:lnTo>
                      <a:pt x="0" y="16"/>
                    </a:lnTo>
                    <a:cubicBezTo>
                      <a:pt x="203" y="-8"/>
                      <a:pt x="414" y="-5"/>
                      <a:pt x="616" y="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8"/>
              <p:cNvSpPr/>
              <p:nvPr/>
            </p:nvSpPr>
            <p:spPr>
              <a:xfrm>
                <a:off x="8301989" y="3345238"/>
                <a:ext cx="37479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29" h="34" extrusionOk="0">
                    <a:moveTo>
                      <a:pt x="29" y="0"/>
                    </a:moveTo>
                    <a:lnTo>
                      <a:pt x="29" y="17"/>
                    </a:lnTo>
                    <a:lnTo>
                      <a:pt x="0" y="34"/>
                    </a:lnTo>
                    <a:lnTo>
                      <a:pt x="0" y="1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8"/>
              <p:cNvSpPr/>
              <p:nvPr/>
            </p:nvSpPr>
            <p:spPr>
              <a:xfrm>
                <a:off x="8301989" y="1706514"/>
                <a:ext cx="37479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29" h="34" extrusionOk="0">
                    <a:moveTo>
                      <a:pt x="29" y="0"/>
                    </a:moveTo>
                    <a:lnTo>
                      <a:pt x="29" y="17"/>
                    </a:lnTo>
                    <a:lnTo>
                      <a:pt x="0" y="34"/>
                    </a:lnTo>
                    <a:lnTo>
                      <a:pt x="0" y="1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8"/>
              <p:cNvSpPr/>
              <p:nvPr/>
            </p:nvSpPr>
            <p:spPr>
              <a:xfrm>
                <a:off x="8728481" y="1298125"/>
                <a:ext cx="180935" cy="117606"/>
              </a:xfrm>
              <a:custGeom>
                <a:avLst/>
                <a:gdLst/>
                <a:ahLst/>
                <a:cxnLst/>
                <a:rect l="l" t="t" r="r" b="b"/>
                <a:pathLst>
                  <a:path w="140" h="91" extrusionOk="0">
                    <a:moveTo>
                      <a:pt x="129" y="1"/>
                    </a:moveTo>
                    <a:lnTo>
                      <a:pt x="8" y="71"/>
                    </a:lnTo>
                    <a:cubicBezTo>
                      <a:pt x="3" y="74"/>
                      <a:pt x="0" y="79"/>
                      <a:pt x="0" y="84"/>
                    </a:cubicBezTo>
                    <a:cubicBezTo>
                      <a:pt x="0" y="89"/>
                      <a:pt x="6" y="93"/>
                      <a:pt x="11" y="90"/>
                    </a:cubicBezTo>
                    <a:lnTo>
                      <a:pt x="132" y="20"/>
                    </a:lnTo>
                    <a:cubicBezTo>
                      <a:pt x="137" y="17"/>
                      <a:pt x="140" y="12"/>
                      <a:pt x="140" y="7"/>
                    </a:cubicBezTo>
                    <a:cubicBezTo>
                      <a:pt x="140" y="2"/>
                      <a:pt x="134" y="-2"/>
                      <a:pt x="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>
                <a:off x="8747867" y="3107442"/>
                <a:ext cx="182228" cy="21841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69" extrusionOk="0">
                    <a:moveTo>
                      <a:pt x="141" y="68"/>
                    </a:moveTo>
                    <a:cubicBezTo>
                      <a:pt x="142" y="76"/>
                      <a:pt x="140" y="83"/>
                      <a:pt x="137" y="91"/>
                    </a:cubicBezTo>
                    <a:cubicBezTo>
                      <a:pt x="133" y="98"/>
                      <a:pt x="128" y="104"/>
                      <a:pt x="122" y="108"/>
                    </a:cubicBezTo>
                    <a:lnTo>
                      <a:pt x="22" y="166"/>
                    </a:lnTo>
                    <a:cubicBezTo>
                      <a:pt x="15" y="170"/>
                      <a:pt x="9" y="169"/>
                      <a:pt x="5" y="164"/>
                    </a:cubicBezTo>
                    <a:cubicBezTo>
                      <a:pt x="3" y="161"/>
                      <a:pt x="1" y="157"/>
                      <a:pt x="1" y="151"/>
                    </a:cubicBezTo>
                    <a:lnTo>
                      <a:pt x="0" y="99"/>
                    </a:lnTo>
                    <a:cubicBezTo>
                      <a:pt x="0" y="84"/>
                      <a:pt x="8" y="66"/>
                      <a:pt x="19" y="59"/>
                    </a:cubicBezTo>
                    <a:lnTo>
                      <a:pt x="120" y="2"/>
                    </a:lnTo>
                    <a:cubicBezTo>
                      <a:pt x="131" y="-5"/>
                      <a:pt x="140" y="2"/>
                      <a:pt x="140" y="16"/>
                    </a:cubicBezTo>
                    <a:lnTo>
                      <a:pt x="141" y="6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14350" rIns="81625" bIns="14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8755621" y="3106150"/>
                <a:ext cx="174473" cy="21970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70" extrusionOk="0">
                    <a:moveTo>
                      <a:pt x="134" y="17"/>
                    </a:moveTo>
                    <a:cubicBezTo>
                      <a:pt x="134" y="8"/>
                      <a:pt x="130" y="2"/>
                      <a:pt x="124" y="0"/>
                    </a:cubicBezTo>
                    <a:cubicBezTo>
                      <a:pt x="127" y="3"/>
                      <a:pt x="128" y="8"/>
                      <a:pt x="128" y="14"/>
                    </a:cubicBezTo>
                    <a:lnTo>
                      <a:pt x="129" y="66"/>
                    </a:lnTo>
                    <a:cubicBezTo>
                      <a:pt x="130" y="73"/>
                      <a:pt x="128" y="81"/>
                      <a:pt x="125" y="88"/>
                    </a:cubicBezTo>
                    <a:cubicBezTo>
                      <a:pt x="121" y="96"/>
                      <a:pt x="116" y="102"/>
                      <a:pt x="110" y="105"/>
                    </a:cubicBezTo>
                    <a:lnTo>
                      <a:pt x="10" y="163"/>
                    </a:lnTo>
                    <a:cubicBezTo>
                      <a:pt x="6" y="165"/>
                      <a:pt x="3" y="166"/>
                      <a:pt x="0" y="166"/>
                    </a:cubicBezTo>
                    <a:cubicBezTo>
                      <a:pt x="4" y="170"/>
                      <a:pt x="10" y="171"/>
                      <a:pt x="16" y="167"/>
                    </a:cubicBezTo>
                    <a:lnTo>
                      <a:pt x="116" y="109"/>
                    </a:lnTo>
                    <a:cubicBezTo>
                      <a:pt x="122" y="105"/>
                      <a:pt x="127" y="99"/>
                      <a:pt x="131" y="92"/>
                    </a:cubicBezTo>
                    <a:cubicBezTo>
                      <a:pt x="134" y="85"/>
                      <a:pt x="136" y="77"/>
                      <a:pt x="135" y="69"/>
                    </a:cubicBezTo>
                    <a:lnTo>
                      <a:pt x="134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14700" rIns="81625" bIns="14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8"/>
            <p:cNvGrpSpPr/>
            <p:nvPr/>
          </p:nvGrpSpPr>
          <p:grpSpPr>
            <a:xfrm>
              <a:off x="1476826" y="2012432"/>
              <a:ext cx="964765" cy="1235655"/>
              <a:chOff x="6305784" y="774572"/>
              <a:chExt cx="2089141" cy="2675737"/>
            </a:xfrm>
          </p:grpSpPr>
          <p:sp>
            <p:nvSpPr>
              <p:cNvPr id="82" name="Google Shape;82;p8"/>
              <p:cNvSpPr/>
              <p:nvPr/>
            </p:nvSpPr>
            <p:spPr>
              <a:xfrm>
                <a:off x="6305784" y="2244435"/>
                <a:ext cx="2089141" cy="1205874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40" extrusionOk="0">
                    <a:moveTo>
                      <a:pt x="1132" y="610"/>
                    </a:moveTo>
                    <a:cubicBezTo>
                      <a:pt x="1120" y="618"/>
                      <a:pt x="1108" y="626"/>
                      <a:pt x="1095" y="633"/>
                    </a:cubicBezTo>
                    <a:cubicBezTo>
                      <a:pt x="1091" y="636"/>
                      <a:pt x="1087" y="638"/>
                      <a:pt x="1082" y="640"/>
                    </a:cubicBezTo>
                    <a:cubicBezTo>
                      <a:pt x="1071" y="647"/>
                      <a:pt x="1059" y="653"/>
                      <a:pt x="1046" y="659"/>
                    </a:cubicBezTo>
                    <a:cubicBezTo>
                      <a:pt x="1042" y="661"/>
                      <a:pt x="1037" y="663"/>
                      <a:pt x="1032" y="665"/>
                    </a:cubicBezTo>
                    <a:cubicBezTo>
                      <a:pt x="815" y="761"/>
                      <a:pt x="515" y="766"/>
                      <a:pt x="288" y="678"/>
                    </a:cubicBezTo>
                    <a:cubicBezTo>
                      <a:pt x="253" y="665"/>
                      <a:pt x="220" y="649"/>
                      <a:pt x="189" y="631"/>
                    </a:cubicBezTo>
                    <a:cubicBezTo>
                      <a:pt x="168" y="619"/>
                      <a:pt x="148" y="606"/>
                      <a:pt x="130" y="592"/>
                    </a:cubicBezTo>
                    <a:cubicBezTo>
                      <a:pt x="-60" y="447"/>
                      <a:pt x="-41" y="240"/>
                      <a:pt x="186" y="108"/>
                    </a:cubicBezTo>
                    <a:cubicBezTo>
                      <a:pt x="436" y="-36"/>
                      <a:pt x="842" y="-35"/>
                      <a:pt x="1093" y="110"/>
                    </a:cubicBezTo>
                    <a:cubicBezTo>
                      <a:pt x="1331" y="247"/>
                      <a:pt x="1344" y="465"/>
                      <a:pt x="1132" y="610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8"/>
              <p:cNvSpPr/>
              <p:nvPr/>
            </p:nvSpPr>
            <p:spPr>
              <a:xfrm>
                <a:off x="6869626" y="1846822"/>
                <a:ext cx="278661" cy="107225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58" extrusionOk="0">
                    <a:moveTo>
                      <a:pt x="24" y="658"/>
                    </a:moveTo>
                    <a:lnTo>
                      <a:pt x="171" y="27"/>
                    </a:lnTo>
                    <a:lnTo>
                      <a:pt x="138" y="0"/>
                    </a:lnTo>
                    <a:lnTo>
                      <a:pt x="0" y="644"/>
                    </a:lnTo>
                    <a:lnTo>
                      <a:pt x="24" y="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8"/>
              <p:cNvSpPr/>
              <p:nvPr/>
            </p:nvSpPr>
            <p:spPr>
              <a:xfrm>
                <a:off x="7425319" y="1550242"/>
                <a:ext cx="278661" cy="103803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37" extrusionOk="0">
                    <a:moveTo>
                      <a:pt x="24" y="637"/>
                    </a:moveTo>
                    <a:lnTo>
                      <a:pt x="171" y="6"/>
                    </a:lnTo>
                    <a:lnTo>
                      <a:pt x="141" y="0"/>
                    </a:lnTo>
                    <a:lnTo>
                      <a:pt x="0" y="623"/>
                    </a:lnTo>
                    <a:lnTo>
                      <a:pt x="24" y="6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8"/>
              <p:cNvSpPr/>
              <p:nvPr/>
            </p:nvSpPr>
            <p:spPr>
              <a:xfrm>
                <a:off x="6908736" y="1879413"/>
                <a:ext cx="263994" cy="1039659"/>
              </a:xfrm>
              <a:custGeom>
                <a:avLst/>
                <a:gdLst/>
                <a:ahLst/>
                <a:cxnLst/>
                <a:rect l="l" t="t" r="r" b="b"/>
                <a:pathLst>
                  <a:path w="162" h="638" extrusionOk="0">
                    <a:moveTo>
                      <a:pt x="36" y="613"/>
                    </a:moveTo>
                    <a:lnTo>
                      <a:pt x="162" y="6"/>
                    </a:lnTo>
                    <a:lnTo>
                      <a:pt x="132" y="0"/>
                    </a:lnTo>
                    <a:lnTo>
                      <a:pt x="0" y="638"/>
                    </a:lnTo>
                    <a:lnTo>
                      <a:pt x="36" y="61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8"/>
              <p:cNvSpPr/>
              <p:nvPr/>
            </p:nvSpPr>
            <p:spPr>
              <a:xfrm>
                <a:off x="7464430" y="1573056"/>
                <a:ext cx="278661" cy="1015216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23" extrusionOk="0">
                    <a:moveTo>
                      <a:pt x="36" y="598"/>
                    </a:moveTo>
                    <a:lnTo>
                      <a:pt x="171" y="6"/>
                    </a:lnTo>
                    <a:lnTo>
                      <a:pt x="141" y="0"/>
                    </a:lnTo>
                    <a:lnTo>
                      <a:pt x="0" y="623"/>
                    </a:lnTo>
                    <a:lnTo>
                      <a:pt x="36" y="5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8"/>
              <p:cNvSpPr/>
              <p:nvPr/>
            </p:nvSpPr>
            <p:spPr>
              <a:xfrm>
                <a:off x="7133621" y="1941337"/>
                <a:ext cx="141775" cy="1189579"/>
              </a:xfrm>
              <a:custGeom>
                <a:avLst/>
                <a:gdLst/>
                <a:ahLst/>
                <a:cxnLst/>
                <a:rect l="l" t="t" r="r" b="b"/>
                <a:pathLst>
                  <a:path w="87" h="730" extrusionOk="0">
                    <a:moveTo>
                      <a:pt x="58" y="730"/>
                    </a:moveTo>
                    <a:lnTo>
                      <a:pt x="87" y="715"/>
                    </a:lnTo>
                    <a:lnTo>
                      <a:pt x="31" y="0"/>
                    </a:lnTo>
                    <a:lnTo>
                      <a:pt x="0" y="1"/>
                    </a:lnTo>
                    <a:lnTo>
                      <a:pt x="58" y="73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>
                <a:off x="7686056" y="1615425"/>
                <a:ext cx="143404" cy="1189579"/>
              </a:xfrm>
              <a:custGeom>
                <a:avLst/>
                <a:gdLst/>
                <a:ahLst/>
                <a:cxnLst/>
                <a:rect l="l" t="t" r="r" b="b"/>
                <a:pathLst>
                  <a:path w="88" h="730" extrusionOk="0">
                    <a:moveTo>
                      <a:pt x="59" y="730"/>
                    </a:moveTo>
                    <a:lnTo>
                      <a:pt x="88" y="715"/>
                    </a:lnTo>
                    <a:lnTo>
                      <a:pt x="31" y="0"/>
                    </a:lnTo>
                    <a:lnTo>
                      <a:pt x="0" y="2"/>
                    </a:lnTo>
                    <a:lnTo>
                      <a:pt x="59" y="73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8"/>
              <p:cNvSpPr/>
              <p:nvPr/>
            </p:nvSpPr>
            <p:spPr>
              <a:xfrm>
                <a:off x="7099399" y="1916893"/>
                <a:ext cx="128738" cy="1214022"/>
              </a:xfrm>
              <a:custGeom>
                <a:avLst/>
                <a:gdLst/>
                <a:ahLst/>
                <a:cxnLst/>
                <a:rect l="l" t="t" r="r" b="b"/>
                <a:pathLst>
                  <a:path w="79" h="745" extrusionOk="0">
                    <a:moveTo>
                      <a:pt x="58" y="731"/>
                    </a:moveTo>
                    <a:lnTo>
                      <a:pt x="79" y="745"/>
                    </a:lnTo>
                    <a:lnTo>
                      <a:pt x="30" y="0"/>
                    </a:lnTo>
                    <a:lnTo>
                      <a:pt x="0" y="2"/>
                    </a:lnTo>
                    <a:lnTo>
                      <a:pt x="58" y="7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8"/>
              <p:cNvSpPr/>
              <p:nvPr/>
            </p:nvSpPr>
            <p:spPr>
              <a:xfrm>
                <a:off x="7651834" y="1590981"/>
                <a:ext cx="130368" cy="1214022"/>
              </a:xfrm>
              <a:custGeom>
                <a:avLst/>
                <a:gdLst/>
                <a:ahLst/>
                <a:cxnLst/>
                <a:rect l="l" t="t" r="r" b="b"/>
                <a:pathLst>
                  <a:path w="80" h="745" extrusionOk="0">
                    <a:moveTo>
                      <a:pt x="58" y="731"/>
                    </a:moveTo>
                    <a:lnTo>
                      <a:pt x="80" y="745"/>
                    </a:lnTo>
                    <a:lnTo>
                      <a:pt x="30" y="0"/>
                    </a:lnTo>
                    <a:lnTo>
                      <a:pt x="0" y="2"/>
                    </a:lnTo>
                    <a:lnTo>
                      <a:pt x="58" y="7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6929921" y="774572"/>
                <a:ext cx="959831" cy="1403051"/>
              </a:xfrm>
              <a:custGeom>
                <a:avLst/>
                <a:gdLst/>
                <a:ahLst/>
                <a:cxnLst/>
                <a:rect l="l" t="t" r="r" b="b"/>
                <a:pathLst>
                  <a:path w="589" h="861" extrusionOk="0">
                    <a:moveTo>
                      <a:pt x="83" y="345"/>
                    </a:moveTo>
                    <a:lnTo>
                      <a:pt x="485" y="113"/>
                    </a:lnTo>
                    <a:lnTo>
                      <a:pt x="485" y="487"/>
                    </a:lnTo>
                    <a:lnTo>
                      <a:pt x="83" y="719"/>
                    </a:lnTo>
                    <a:lnTo>
                      <a:pt x="83" y="345"/>
                    </a:lnTo>
                    <a:moveTo>
                      <a:pt x="21" y="652"/>
                    </a:moveTo>
                    <a:lnTo>
                      <a:pt x="20" y="643"/>
                    </a:lnTo>
                    <a:lnTo>
                      <a:pt x="5" y="698"/>
                    </a:lnTo>
                    <a:cubicBezTo>
                      <a:pt x="0" y="713"/>
                      <a:pt x="4" y="741"/>
                      <a:pt x="20" y="747"/>
                    </a:cubicBezTo>
                    <a:lnTo>
                      <a:pt x="20" y="827"/>
                    </a:lnTo>
                    <a:lnTo>
                      <a:pt x="37" y="861"/>
                    </a:lnTo>
                    <a:lnTo>
                      <a:pt x="83" y="791"/>
                    </a:lnTo>
                    <a:lnTo>
                      <a:pt x="166" y="743"/>
                    </a:lnTo>
                    <a:cubicBezTo>
                      <a:pt x="173" y="753"/>
                      <a:pt x="186" y="755"/>
                      <a:pt x="201" y="746"/>
                    </a:cubicBezTo>
                    <a:lnTo>
                      <a:pt x="209" y="741"/>
                    </a:lnTo>
                    <a:cubicBezTo>
                      <a:pt x="218" y="737"/>
                      <a:pt x="226" y="729"/>
                      <a:pt x="232" y="720"/>
                    </a:cubicBezTo>
                    <a:cubicBezTo>
                      <a:pt x="244" y="724"/>
                      <a:pt x="258" y="722"/>
                      <a:pt x="274" y="713"/>
                    </a:cubicBezTo>
                    <a:lnTo>
                      <a:pt x="298" y="699"/>
                    </a:lnTo>
                    <a:cubicBezTo>
                      <a:pt x="313" y="690"/>
                      <a:pt x="327" y="676"/>
                      <a:pt x="339" y="660"/>
                    </a:cubicBezTo>
                    <a:cubicBezTo>
                      <a:pt x="345" y="660"/>
                      <a:pt x="352" y="659"/>
                      <a:pt x="360" y="654"/>
                    </a:cubicBezTo>
                    <a:lnTo>
                      <a:pt x="368" y="650"/>
                    </a:lnTo>
                    <a:cubicBezTo>
                      <a:pt x="383" y="641"/>
                      <a:pt x="396" y="624"/>
                      <a:pt x="403" y="606"/>
                    </a:cubicBezTo>
                    <a:lnTo>
                      <a:pt x="485" y="559"/>
                    </a:lnTo>
                    <a:lnTo>
                      <a:pt x="502" y="549"/>
                    </a:lnTo>
                    <a:lnTo>
                      <a:pt x="547" y="523"/>
                    </a:lnTo>
                    <a:lnTo>
                      <a:pt x="547" y="441"/>
                    </a:lnTo>
                    <a:cubicBezTo>
                      <a:pt x="562" y="417"/>
                      <a:pt x="566" y="386"/>
                      <a:pt x="562" y="376"/>
                    </a:cubicBezTo>
                    <a:lnTo>
                      <a:pt x="547" y="342"/>
                    </a:lnTo>
                    <a:lnTo>
                      <a:pt x="547" y="335"/>
                    </a:lnTo>
                    <a:cubicBezTo>
                      <a:pt x="559" y="317"/>
                      <a:pt x="566" y="297"/>
                      <a:pt x="566" y="279"/>
                    </a:cubicBezTo>
                    <a:lnTo>
                      <a:pt x="566" y="227"/>
                    </a:lnTo>
                    <a:cubicBezTo>
                      <a:pt x="566" y="209"/>
                      <a:pt x="559" y="197"/>
                      <a:pt x="547" y="193"/>
                    </a:cubicBezTo>
                    <a:lnTo>
                      <a:pt x="547" y="186"/>
                    </a:lnTo>
                    <a:lnTo>
                      <a:pt x="562" y="137"/>
                    </a:lnTo>
                    <a:cubicBezTo>
                      <a:pt x="566" y="122"/>
                      <a:pt x="562" y="94"/>
                      <a:pt x="547" y="87"/>
                    </a:cubicBezTo>
                    <a:lnTo>
                      <a:pt x="589" y="0"/>
                    </a:lnTo>
                    <a:lnTo>
                      <a:pt x="547" y="5"/>
                    </a:lnTo>
                    <a:lnTo>
                      <a:pt x="502" y="30"/>
                    </a:lnTo>
                    <a:lnTo>
                      <a:pt x="485" y="41"/>
                    </a:lnTo>
                    <a:lnTo>
                      <a:pt x="423" y="82"/>
                    </a:lnTo>
                    <a:cubicBezTo>
                      <a:pt x="416" y="75"/>
                      <a:pt x="382" y="80"/>
                      <a:pt x="368" y="88"/>
                    </a:cubicBezTo>
                    <a:lnTo>
                      <a:pt x="360" y="93"/>
                    </a:lnTo>
                    <a:cubicBezTo>
                      <a:pt x="352" y="98"/>
                      <a:pt x="344" y="106"/>
                      <a:pt x="337" y="115"/>
                    </a:cubicBezTo>
                    <a:cubicBezTo>
                      <a:pt x="326" y="111"/>
                      <a:pt x="311" y="112"/>
                      <a:pt x="295" y="122"/>
                    </a:cubicBezTo>
                    <a:lnTo>
                      <a:pt x="271" y="136"/>
                    </a:lnTo>
                    <a:cubicBezTo>
                      <a:pt x="256" y="144"/>
                      <a:pt x="242" y="158"/>
                      <a:pt x="231" y="175"/>
                    </a:cubicBezTo>
                    <a:cubicBezTo>
                      <a:pt x="225" y="174"/>
                      <a:pt x="217" y="175"/>
                      <a:pt x="209" y="180"/>
                    </a:cubicBezTo>
                    <a:lnTo>
                      <a:pt x="201" y="185"/>
                    </a:lnTo>
                    <a:cubicBezTo>
                      <a:pt x="187" y="193"/>
                      <a:pt x="175" y="207"/>
                      <a:pt x="168" y="224"/>
                    </a:cubicBezTo>
                    <a:lnTo>
                      <a:pt x="83" y="273"/>
                    </a:lnTo>
                    <a:lnTo>
                      <a:pt x="51" y="291"/>
                    </a:lnTo>
                    <a:lnTo>
                      <a:pt x="20" y="309"/>
                    </a:lnTo>
                    <a:lnTo>
                      <a:pt x="20" y="390"/>
                    </a:lnTo>
                    <a:cubicBezTo>
                      <a:pt x="4" y="414"/>
                      <a:pt x="0" y="449"/>
                      <a:pt x="5" y="459"/>
                    </a:cubicBezTo>
                    <a:lnTo>
                      <a:pt x="20" y="494"/>
                    </a:lnTo>
                    <a:lnTo>
                      <a:pt x="20" y="496"/>
                    </a:lnTo>
                    <a:cubicBezTo>
                      <a:pt x="8" y="514"/>
                      <a:pt x="0" y="535"/>
                      <a:pt x="0" y="554"/>
                    </a:cubicBezTo>
                    <a:lnTo>
                      <a:pt x="0" y="606"/>
                    </a:lnTo>
                    <a:cubicBezTo>
                      <a:pt x="0" y="625"/>
                      <a:pt x="9" y="649"/>
                      <a:pt x="21" y="6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6955994" y="774572"/>
                <a:ext cx="964720" cy="1403051"/>
              </a:xfrm>
              <a:custGeom>
                <a:avLst/>
                <a:gdLst/>
                <a:ahLst/>
                <a:cxnLst/>
                <a:rect l="l" t="t" r="r" b="b"/>
                <a:pathLst>
                  <a:path w="592" h="861" extrusionOk="0">
                    <a:moveTo>
                      <a:pt x="507" y="505"/>
                    </a:moveTo>
                    <a:lnTo>
                      <a:pt x="87" y="748"/>
                    </a:lnTo>
                    <a:lnTo>
                      <a:pt x="87" y="356"/>
                    </a:lnTo>
                    <a:lnTo>
                      <a:pt x="507" y="114"/>
                    </a:lnTo>
                    <a:lnTo>
                      <a:pt x="507" y="505"/>
                    </a:lnTo>
                    <a:moveTo>
                      <a:pt x="592" y="287"/>
                    </a:moveTo>
                    <a:lnTo>
                      <a:pt x="592" y="233"/>
                    </a:lnTo>
                    <a:cubicBezTo>
                      <a:pt x="592" y="214"/>
                      <a:pt x="585" y="202"/>
                      <a:pt x="573" y="197"/>
                    </a:cubicBezTo>
                    <a:lnTo>
                      <a:pt x="573" y="190"/>
                    </a:lnTo>
                    <a:lnTo>
                      <a:pt x="588" y="139"/>
                    </a:lnTo>
                    <a:cubicBezTo>
                      <a:pt x="593" y="123"/>
                      <a:pt x="588" y="94"/>
                      <a:pt x="573" y="87"/>
                    </a:cubicBezTo>
                    <a:lnTo>
                      <a:pt x="573" y="0"/>
                    </a:lnTo>
                    <a:lnTo>
                      <a:pt x="526" y="28"/>
                    </a:lnTo>
                    <a:lnTo>
                      <a:pt x="507" y="38"/>
                    </a:lnTo>
                    <a:lnTo>
                      <a:pt x="420" y="89"/>
                    </a:lnTo>
                    <a:cubicBezTo>
                      <a:pt x="412" y="80"/>
                      <a:pt x="400" y="80"/>
                      <a:pt x="386" y="88"/>
                    </a:cubicBezTo>
                    <a:lnTo>
                      <a:pt x="377" y="93"/>
                    </a:lnTo>
                    <a:cubicBezTo>
                      <a:pt x="368" y="98"/>
                      <a:pt x="360" y="106"/>
                      <a:pt x="353" y="115"/>
                    </a:cubicBezTo>
                    <a:cubicBezTo>
                      <a:pt x="341" y="111"/>
                      <a:pt x="326" y="113"/>
                      <a:pt x="309" y="123"/>
                    </a:cubicBezTo>
                    <a:lnTo>
                      <a:pt x="284" y="137"/>
                    </a:lnTo>
                    <a:cubicBezTo>
                      <a:pt x="268" y="147"/>
                      <a:pt x="253" y="161"/>
                      <a:pt x="242" y="178"/>
                    </a:cubicBezTo>
                    <a:cubicBezTo>
                      <a:pt x="235" y="178"/>
                      <a:pt x="227" y="179"/>
                      <a:pt x="219" y="184"/>
                    </a:cubicBezTo>
                    <a:lnTo>
                      <a:pt x="210" y="189"/>
                    </a:lnTo>
                    <a:cubicBezTo>
                      <a:pt x="196" y="197"/>
                      <a:pt x="184" y="213"/>
                      <a:pt x="176" y="229"/>
                    </a:cubicBezTo>
                    <a:lnTo>
                      <a:pt x="87" y="281"/>
                    </a:lnTo>
                    <a:lnTo>
                      <a:pt x="53" y="300"/>
                    </a:lnTo>
                    <a:lnTo>
                      <a:pt x="21" y="319"/>
                    </a:lnTo>
                    <a:lnTo>
                      <a:pt x="21" y="403"/>
                    </a:lnTo>
                    <a:cubicBezTo>
                      <a:pt x="5" y="429"/>
                      <a:pt x="1" y="465"/>
                      <a:pt x="6" y="475"/>
                    </a:cubicBezTo>
                    <a:lnTo>
                      <a:pt x="21" y="512"/>
                    </a:lnTo>
                    <a:lnTo>
                      <a:pt x="21" y="514"/>
                    </a:lnTo>
                    <a:cubicBezTo>
                      <a:pt x="8" y="533"/>
                      <a:pt x="0" y="556"/>
                      <a:pt x="0" y="575"/>
                    </a:cubicBezTo>
                    <a:lnTo>
                      <a:pt x="0" y="629"/>
                    </a:lnTo>
                    <a:cubicBezTo>
                      <a:pt x="0" y="649"/>
                      <a:pt x="8" y="662"/>
                      <a:pt x="21" y="665"/>
                    </a:cubicBezTo>
                    <a:lnTo>
                      <a:pt x="21" y="668"/>
                    </a:lnTo>
                    <a:lnTo>
                      <a:pt x="6" y="725"/>
                    </a:lnTo>
                    <a:cubicBezTo>
                      <a:pt x="1" y="742"/>
                      <a:pt x="5" y="771"/>
                      <a:pt x="21" y="777"/>
                    </a:cubicBezTo>
                    <a:lnTo>
                      <a:pt x="21" y="861"/>
                    </a:lnTo>
                    <a:lnTo>
                      <a:pt x="53" y="842"/>
                    </a:lnTo>
                    <a:lnTo>
                      <a:pt x="87" y="823"/>
                    </a:lnTo>
                    <a:lnTo>
                      <a:pt x="174" y="773"/>
                    </a:lnTo>
                    <a:cubicBezTo>
                      <a:pt x="181" y="783"/>
                      <a:pt x="195" y="785"/>
                      <a:pt x="210" y="776"/>
                    </a:cubicBezTo>
                    <a:lnTo>
                      <a:pt x="219" y="771"/>
                    </a:lnTo>
                    <a:cubicBezTo>
                      <a:pt x="228" y="766"/>
                      <a:pt x="236" y="758"/>
                      <a:pt x="243" y="748"/>
                    </a:cubicBezTo>
                    <a:cubicBezTo>
                      <a:pt x="255" y="753"/>
                      <a:pt x="270" y="751"/>
                      <a:pt x="287" y="741"/>
                    </a:cubicBezTo>
                    <a:lnTo>
                      <a:pt x="312" y="726"/>
                    </a:lnTo>
                    <a:cubicBezTo>
                      <a:pt x="328" y="717"/>
                      <a:pt x="343" y="702"/>
                      <a:pt x="354" y="685"/>
                    </a:cubicBezTo>
                    <a:cubicBezTo>
                      <a:pt x="361" y="686"/>
                      <a:pt x="369" y="685"/>
                      <a:pt x="377" y="680"/>
                    </a:cubicBezTo>
                    <a:lnTo>
                      <a:pt x="386" y="675"/>
                    </a:lnTo>
                    <a:cubicBezTo>
                      <a:pt x="401" y="666"/>
                      <a:pt x="415" y="648"/>
                      <a:pt x="422" y="629"/>
                    </a:cubicBezTo>
                    <a:lnTo>
                      <a:pt x="507" y="580"/>
                    </a:lnTo>
                    <a:lnTo>
                      <a:pt x="526" y="570"/>
                    </a:lnTo>
                    <a:lnTo>
                      <a:pt x="573" y="542"/>
                    </a:lnTo>
                    <a:lnTo>
                      <a:pt x="573" y="457"/>
                    </a:lnTo>
                    <a:cubicBezTo>
                      <a:pt x="588" y="432"/>
                      <a:pt x="593" y="400"/>
                      <a:pt x="588" y="389"/>
                    </a:cubicBezTo>
                    <a:lnTo>
                      <a:pt x="573" y="354"/>
                    </a:lnTo>
                    <a:lnTo>
                      <a:pt x="573" y="345"/>
                    </a:lnTo>
                    <a:cubicBezTo>
                      <a:pt x="585" y="327"/>
                      <a:pt x="592" y="306"/>
                      <a:pt x="592" y="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7050511" y="880493"/>
                <a:ext cx="777317" cy="1192838"/>
              </a:xfrm>
              <a:custGeom>
                <a:avLst/>
                <a:gdLst/>
                <a:ahLst/>
                <a:cxnLst/>
                <a:rect l="l" t="t" r="r" b="b"/>
                <a:pathLst>
                  <a:path w="477" h="732" extrusionOk="0">
                    <a:moveTo>
                      <a:pt x="0" y="275"/>
                    </a:moveTo>
                    <a:lnTo>
                      <a:pt x="477" y="0"/>
                    </a:lnTo>
                    <a:lnTo>
                      <a:pt x="477" y="456"/>
                    </a:lnTo>
                    <a:lnTo>
                      <a:pt x="0" y="732"/>
                    </a:lnTo>
                    <a:lnTo>
                      <a:pt x="0" y="27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7074955" y="919603"/>
                <a:ext cx="730059" cy="111298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3" extrusionOk="0">
                    <a:moveTo>
                      <a:pt x="0" y="259"/>
                    </a:moveTo>
                    <a:lnTo>
                      <a:pt x="0" y="683"/>
                    </a:lnTo>
                    <a:lnTo>
                      <a:pt x="448" y="424"/>
                    </a:lnTo>
                    <a:lnTo>
                      <a:pt x="448" y="0"/>
                    </a:lnTo>
                    <a:lnTo>
                      <a:pt x="0" y="25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7097770" y="960342"/>
                <a:ext cx="684430" cy="1033141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34" extrusionOk="0">
                    <a:moveTo>
                      <a:pt x="420" y="0"/>
                    </a:moveTo>
                    <a:lnTo>
                      <a:pt x="420" y="391"/>
                    </a:lnTo>
                    <a:lnTo>
                      <a:pt x="337" y="439"/>
                    </a:lnTo>
                    <a:lnTo>
                      <a:pt x="0" y="634"/>
                    </a:lnTo>
                    <a:lnTo>
                      <a:pt x="0" y="242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7097770" y="1338400"/>
                <a:ext cx="684430" cy="480720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95" extrusionOk="0">
                    <a:moveTo>
                      <a:pt x="420" y="0"/>
                    </a:moveTo>
                    <a:lnTo>
                      <a:pt x="420" y="59"/>
                    </a:lnTo>
                    <a:cubicBezTo>
                      <a:pt x="418" y="62"/>
                      <a:pt x="416" y="65"/>
                      <a:pt x="414" y="69"/>
                    </a:cubicBezTo>
                    <a:cubicBezTo>
                      <a:pt x="406" y="82"/>
                      <a:pt x="397" y="95"/>
                      <a:pt x="386" y="105"/>
                    </a:cubicBezTo>
                    <a:cubicBezTo>
                      <a:pt x="375" y="116"/>
                      <a:pt x="361" y="125"/>
                      <a:pt x="348" y="133"/>
                    </a:cubicBezTo>
                    <a:cubicBezTo>
                      <a:pt x="279" y="176"/>
                      <a:pt x="211" y="218"/>
                      <a:pt x="142" y="261"/>
                    </a:cubicBezTo>
                    <a:cubicBezTo>
                      <a:pt x="119" y="276"/>
                      <a:pt x="95" y="291"/>
                      <a:pt x="67" y="294"/>
                    </a:cubicBezTo>
                    <a:cubicBezTo>
                      <a:pt x="52" y="296"/>
                      <a:pt x="36" y="294"/>
                      <a:pt x="21" y="292"/>
                    </a:cubicBezTo>
                    <a:cubicBezTo>
                      <a:pt x="14" y="291"/>
                      <a:pt x="6" y="290"/>
                      <a:pt x="0" y="287"/>
                    </a:cubicBezTo>
                    <a:lnTo>
                      <a:pt x="0" y="196"/>
                    </a:lnTo>
                    <a:cubicBezTo>
                      <a:pt x="12" y="190"/>
                      <a:pt x="24" y="185"/>
                      <a:pt x="37" y="180"/>
                    </a:cubicBezTo>
                    <a:cubicBezTo>
                      <a:pt x="63" y="169"/>
                      <a:pt x="90" y="161"/>
                      <a:pt x="116" y="152"/>
                    </a:cubicBezTo>
                    <a:cubicBezTo>
                      <a:pt x="200" y="123"/>
                      <a:pt x="281" y="84"/>
                      <a:pt x="355" y="35"/>
                    </a:cubicBezTo>
                    <a:cubicBezTo>
                      <a:pt x="376" y="22"/>
                      <a:pt x="397" y="7"/>
                      <a:pt x="4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7360135" y="1211294"/>
                <a:ext cx="110812" cy="14666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0" extrusionOk="0">
                    <a:moveTo>
                      <a:pt x="68" y="19"/>
                    </a:moveTo>
                    <a:cubicBezTo>
                      <a:pt x="71" y="39"/>
                      <a:pt x="59" y="68"/>
                      <a:pt x="40" y="82"/>
                    </a:cubicBezTo>
                    <a:cubicBezTo>
                      <a:pt x="22" y="96"/>
                      <a:pt x="4" y="92"/>
                      <a:pt x="1" y="71"/>
                    </a:cubicBezTo>
                    <a:cubicBezTo>
                      <a:pt x="-2" y="51"/>
                      <a:pt x="10" y="23"/>
                      <a:pt x="28" y="9"/>
                    </a:cubicBezTo>
                    <a:cubicBezTo>
                      <a:pt x="47" y="-6"/>
                      <a:pt x="65" y="-1"/>
                      <a:pt x="68" y="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7475837" y="1485060"/>
                <a:ext cx="143404" cy="92885"/>
              </a:xfrm>
              <a:custGeom>
                <a:avLst/>
                <a:gdLst/>
                <a:ahLst/>
                <a:cxnLst/>
                <a:rect l="l" t="t" r="r" b="b"/>
                <a:pathLst>
                  <a:path w="88" h="57" extrusionOk="0">
                    <a:moveTo>
                      <a:pt x="0" y="49"/>
                    </a:moveTo>
                    <a:cubicBezTo>
                      <a:pt x="8" y="45"/>
                      <a:pt x="16" y="40"/>
                      <a:pt x="23" y="35"/>
                    </a:cubicBezTo>
                    <a:cubicBezTo>
                      <a:pt x="19" y="41"/>
                      <a:pt x="16" y="47"/>
                      <a:pt x="12" y="53"/>
                    </a:cubicBezTo>
                    <a:cubicBezTo>
                      <a:pt x="18" y="50"/>
                      <a:pt x="25" y="46"/>
                      <a:pt x="31" y="43"/>
                    </a:cubicBezTo>
                    <a:cubicBezTo>
                      <a:pt x="29" y="47"/>
                      <a:pt x="27" y="51"/>
                      <a:pt x="24" y="54"/>
                    </a:cubicBezTo>
                    <a:cubicBezTo>
                      <a:pt x="30" y="52"/>
                      <a:pt x="35" y="50"/>
                      <a:pt x="41" y="48"/>
                    </a:cubicBezTo>
                    <a:cubicBezTo>
                      <a:pt x="43" y="51"/>
                      <a:pt x="37" y="55"/>
                      <a:pt x="39" y="57"/>
                    </a:cubicBezTo>
                    <a:cubicBezTo>
                      <a:pt x="48" y="55"/>
                      <a:pt x="56" y="53"/>
                      <a:pt x="65" y="50"/>
                    </a:cubicBezTo>
                    <a:cubicBezTo>
                      <a:pt x="71" y="49"/>
                      <a:pt x="77" y="47"/>
                      <a:pt x="81" y="43"/>
                    </a:cubicBezTo>
                    <a:cubicBezTo>
                      <a:pt x="77" y="42"/>
                      <a:pt x="73" y="41"/>
                      <a:pt x="69" y="40"/>
                    </a:cubicBezTo>
                    <a:cubicBezTo>
                      <a:pt x="68" y="40"/>
                      <a:pt x="68" y="40"/>
                      <a:pt x="67" y="39"/>
                    </a:cubicBezTo>
                    <a:cubicBezTo>
                      <a:pt x="67" y="39"/>
                      <a:pt x="67" y="38"/>
                      <a:pt x="68" y="37"/>
                    </a:cubicBezTo>
                    <a:cubicBezTo>
                      <a:pt x="69" y="35"/>
                      <a:pt x="70" y="33"/>
                      <a:pt x="71" y="31"/>
                    </a:cubicBezTo>
                    <a:cubicBezTo>
                      <a:pt x="68" y="32"/>
                      <a:pt x="65" y="32"/>
                      <a:pt x="62" y="33"/>
                    </a:cubicBezTo>
                    <a:cubicBezTo>
                      <a:pt x="70" y="21"/>
                      <a:pt x="78" y="10"/>
                      <a:pt x="88" y="0"/>
                    </a:cubicBezTo>
                    <a:cubicBezTo>
                      <a:pt x="78" y="3"/>
                      <a:pt x="68" y="7"/>
                      <a:pt x="58" y="13"/>
                    </a:cubicBezTo>
                    <a:cubicBezTo>
                      <a:pt x="49" y="18"/>
                      <a:pt x="39" y="22"/>
                      <a:pt x="30" y="27"/>
                    </a:cubicBezTo>
                    <a:cubicBezTo>
                      <a:pt x="25" y="31"/>
                      <a:pt x="20" y="34"/>
                      <a:pt x="15" y="38"/>
                    </a:cubicBezTo>
                    <a:cubicBezTo>
                      <a:pt x="10" y="41"/>
                      <a:pt x="5" y="46"/>
                      <a:pt x="0" y="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7097770" y="1419878"/>
                <a:ext cx="677912" cy="573605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52" extrusionOk="0">
                    <a:moveTo>
                      <a:pt x="416" y="57"/>
                    </a:moveTo>
                    <a:cubicBezTo>
                      <a:pt x="413" y="75"/>
                      <a:pt x="407" y="88"/>
                      <a:pt x="394" y="102"/>
                    </a:cubicBezTo>
                    <a:cubicBezTo>
                      <a:pt x="376" y="121"/>
                      <a:pt x="357" y="140"/>
                      <a:pt x="337" y="157"/>
                    </a:cubicBezTo>
                    <a:lnTo>
                      <a:pt x="0" y="352"/>
                    </a:lnTo>
                    <a:lnTo>
                      <a:pt x="0" y="167"/>
                    </a:lnTo>
                    <a:cubicBezTo>
                      <a:pt x="6" y="164"/>
                      <a:pt x="14" y="165"/>
                      <a:pt x="22" y="164"/>
                    </a:cubicBezTo>
                    <a:cubicBezTo>
                      <a:pt x="53" y="159"/>
                      <a:pt x="84" y="153"/>
                      <a:pt x="115" y="146"/>
                    </a:cubicBezTo>
                    <a:cubicBezTo>
                      <a:pt x="176" y="133"/>
                      <a:pt x="243" y="121"/>
                      <a:pt x="298" y="89"/>
                    </a:cubicBezTo>
                    <a:cubicBezTo>
                      <a:pt x="319" y="77"/>
                      <a:pt x="338" y="62"/>
                      <a:pt x="358" y="48"/>
                    </a:cubicBezTo>
                    <a:cubicBezTo>
                      <a:pt x="379" y="34"/>
                      <a:pt x="401" y="21"/>
                      <a:pt x="415" y="0"/>
                    </a:cubicBezTo>
                    <a:cubicBezTo>
                      <a:pt x="413" y="4"/>
                      <a:pt x="413" y="12"/>
                      <a:pt x="414" y="19"/>
                    </a:cubicBezTo>
                    <a:cubicBezTo>
                      <a:pt x="415" y="23"/>
                      <a:pt x="415" y="26"/>
                      <a:pt x="415" y="29"/>
                    </a:cubicBezTo>
                    <a:cubicBezTo>
                      <a:pt x="415" y="38"/>
                      <a:pt x="417" y="47"/>
                      <a:pt x="416" y="5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8"/>
              <p:cNvSpPr/>
              <p:nvPr/>
            </p:nvSpPr>
            <p:spPr>
              <a:xfrm>
                <a:off x="7435097" y="1217812"/>
                <a:ext cx="74961" cy="268877"/>
              </a:xfrm>
              <a:custGeom>
                <a:avLst/>
                <a:gdLst/>
                <a:ahLst/>
                <a:cxnLst/>
                <a:rect l="l" t="t" r="r" b="b"/>
                <a:pathLst>
                  <a:path w="46" h="165" extrusionOk="0">
                    <a:moveTo>
                      <a:pt x="2" y="126"/>
                    </a:moveTo>
                    <a:cubicBezTo>
                      <a:pt x="1" y="128"/>
                      <a:pt x="0" y="130"/>
                      <a:pt x="1" y="132"/>
                    </a:cubicBezTo>
                    <a:cubicBezTo>
                      <a:pt x="2" y="134"/>
                      <a:pt x="3" y="135"/>
                      <a:pt x="4" y="136"/>
                    </a:cubicBezTo>
                    <a:cubicBezTo>
                      <a:pt x="18" y="146"/>
                      <a:pt x="32" y="156"/>
                      <a:pt x="46" y="165"/>
                    </a:cubicBezTo>
                    <a:cubicBezTo>
                      <a:pt x="45" y="144"/>
                      <a:pt x="43" y="124"/>
                      <a:pt x="42" y="103"/>
                    </a:cubicBezTo>
                    <a:cubicBezTo>
                      <a:pt x="41" y="87"/>
                      <a:pt x="41" y="71"/>
                      <a:pt x="42" y="55"/>
                    </a:cubicBezTo>
                    <a:cubicBezTo>
                      <a:pt x="43" y="46"/>
                      <a:pt x="42" y="36"/>
                      <a:pt x="42" y="26"/>
                    </a:cubicBezTo>
                    <a:cubicBezTo>
                      <a:pt x="42" y="20"/>
                      <a:pt x="40" y="4"/>
                      <a:pt x="44" y="0"/>
                    </a:cubicBezTo>
                    <a:cubicBezTo>
                      <a:pt x="36" y="10"/>
                      <a:pt x="36" y="23"/>
                      <a:pt x="32" y="35"/>
                    </a:cubicBezTo>
                    <a:cubicBezTo>
                      <a:pt x="28" y="47"/>
                      <a:pt x="24" y="58"/>
                      <a:pt x="21" y="70"/>
                    </a:cubicBezTo>
                    <a:cubicBezTo>
                      <a:pt x="15" y="89"/>
                      <a:pt x="9" y="107"/>
                      <a:pt x="2" y="12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13050" rIns="81625" bIns="130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8"/>
              <p:cNvSpPr/>
              <p:nvPr/>
            </p:nvSpPr>
            <p:spPr>
              <a:xfrm>
                <a:off x="7373172" y="1393805"/>
                <a:ext cx="249328" cy="1417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7" extrusionOk="0">
                    <a:moveTo>
                      <a:pt x="90" y="75"/>
                    </a:moveTo>
                    <a:cubicBezTo>
                      <a:pt x="106" y="67"/>
                      <a:pt x="121" y="61"/>
                      <a:pt x="133" y="47"/>
                    </a:cubicBezTo>
                    <a:cubicBezTo>
                      <a:pt x="145" y="34"/>
                      <a:pt x="149" y="16"/>
                      <a:pt x="153" y="0"/>
                    </a:cubicBezTo>
                    <a:cubicBezTo>
                      <a:pt x="134" y="19"/>
                      <a:pt x="105" y="32"/>
                      <a:pt x="82" y="43"/>
                    </a:cubicBezTo>
                    <a:cubicBezTo>
                      <a:pt x="55" y="56"/>
                      <a:pt x="28" y="66"/>
                      <a:pt x="0" y="74"/>
                    </a:cubicBezTo>
                    <a:cubicBezTo>
                      <a:pt x="3" y="80"/>
                      <a:pt x="10" y="82"/>
                      <a:pt x="16" y="83"/>
                    </a:cubicBezTo>
                    <a:cubicBezTo>
                      <a:pt x="30" y="86"/>
                      <a:pt x="44" y="88"/>
                      <a:pt x="59" y="86"/>
                    </a:cubicBezTo>
                    <a:cubicBezTo>
                      <a:pt x="70" y="84"/>
                      <a:pt x="80" y="79"/>
                      <a:pt x="90" y="7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>
                <a:off x="7180879" y="1423137"/>
                <a:ext cx="89628" cy="4090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251" extrusionOk="0">
                    <a:moveTo>
                      <a:pt x="10" y="130"/>
                    </a:moveTo>
                    <a:cubicBezTo>
                      <a:pt x="10" y="130"/>
                      <a:pt x="10" y="131"/>
                      <a:pt x="10" y="132"/>
                    </a:cubicBezTo>
                    <a:cubicBezTo>
                      <a:pt x="2" y="171"/>
                      <a:pt x="-4" y="212"/>
                      <a:pt x="4" y="251"/>
                    </a:cubicBezTo>
                    <a:cubicBezTo>
                      <a:pt x="12" y="246"/>
                      <a:pt x="21" y="241"/>
                      <a:pt x="29" y="234"/>
                    </a:cubicBezTo>
                    <a:cubicBezTo>
                      <a:pt x="36" y="227"/>
                      <a:pt x="35" y="232"/>
                      <a:pt x="36" y="220"/>
                    </a:cubicBezTo>
                    <a:cubicBezTo>
                      <a:pt x="36" y="213"/>
                      <a:pt x="36" y="207"/>
                      <a:pt x="35" y="200"/>
                    </a:cubicBezTo>
                    <a:cubicBezTo>
                      <a:pt x="35" y="172"/>
                      <a:pt x="35" y="143"/>
                      <a:pt x="35" y="115"/>
                    </a:cubicBezTo>
                    <a:cubicBezTo>
                      <a:pt x="35" y="101"/>
                      <a:pt x="36" y="2"/>
                      <a:pt x="49" y="0"/>
                    </a:cubicBezTo>
                    <a:cubicBezTo>
                      <a:pt x="70" y="-2"/>
                      <a:pt x="31" y="30"/>
                      <a:pt x="30" y="31"/>
                    </a:cubicBezTo>
                    <a:cubicBezTo>
                      <a:pt x="20" y="43"/>
                      <a:pt x="22" y="58"/>
                      <a:pt x="20" y="73"/>
                    </a:cubicBezTo>
                    <a:cubicBezTo>
                      <a:pt x="17" y="92"/>
                      <a:pt x="13" y="111"/>
                      <a:pt x="10" y="1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7114066" y="1397064"/>
                <a:ext cx="278661" cy="14340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88" extrusionOk="0">
                    <a:moveTo>
                      <a:pt x="0" y="43"/>
                    </a:moveTo>
                    <a:cubicBezTo>
                      <a:pt x="12" y="37"/>
                      <a:pt x="25" y="32"/>
                      <a:pt x="37" y="26"/>
                    </a:cubicBezTo>
                    <a:cubicBezTo>
                      <a:pt x="44" y="22"/>
                      <a:pt x="55" y="20"/>
                      <a:pt x="58" y="27"/>
                    </a:cubicBezTo>
                    <a:cubicBezTo>
                      <a:pt x="39" y="43"/>
                      <a:pt x="24" y="64"/>
                      <a:pt x="16" y="88"/>
                    </a:cubicBezTo>
                    <a:cubicBezTo>
                      <a:pt x="29" y="76"/>
                      <a:pt x="44" y="66"/>
                      <a:pt x="61" y="60"/>
                    </a:cubicBezTo>
                    <a:cubicBezTo>
                      <a:pt x="64" y="59"/>
                      <a:pt x="68" y="58"/>
                      <a:pt x="71" y="58"/>
                    </a:cubicBezTo>
                    <a:cubicBezTo>
                      <a:pt x="74" y="59"/>
                      <a:pt x="78" y="60"/>
                      <a:pt x="81" y="62"/>
                    </a:cubicBezTo>
                    <a:cubicBezTo>
                      <a:pt x="95" y="69"/>
                      <a:pt x="108" y="78"/>
                      <a:pt x="120" y="88"/>
                    </a:cubicBezTo>
                    <a:cubicBezTo>
                      <a:pt x="120" y="76"/>
                      <a:pt x="121" y="65"/>
                      <a:pt x="121" y="53"/>
                    </a:cubicBezTo>
                    <a:cubicBezTo>
                      <a:pt x="138" y="61"/>
                      <a:pt x="154" y="68"/>
                      <a:pt x="171" y="76"/>
                    </a:cubicBezTo>
                    <a:cubicBezTo>
                      <a:pt x="168" y="54"/>
                      <a:pt x="147" y="41"/>
                      <a:pt x="128" y="30"/>
                    </a:cubicBezTo>
                    <a:cubicBezTo>
                      <a:pt x="118" y="25"/>
                      <a:pt x="107" y="20"/>
                      <a:pt x="98" y="25"/>
                    </a:cubicBezTo>
                    <a:cubicBezTo>
                      <a:pt x="113" y="11"/>
                      <a:pt x="133" y="3"/>
                      <a:pt x="153" y="2"/>
                    </a:cubicBezTo>
                    <a:cubicBezTo>
                      <a:pt x="137" y="2"/>
                      <a:pt x="123" y="-1"/>
                      <a:pt x="107" y="2"/>
                    </a:cubicBezTo>
                    <a:cubicBezTo>
                      <a:pt x="94" y="4"/>
                      <a:pt x="84" y="3"/>
                      <a:pt x="71" y="3"/>
                    </a:cubicBezTo>
                    <a:cubicBezTo>
                      <a:pt x="43" y="4"/>
                      <a:pt x="15" y="20"/>
                      <a:pt x="0" y="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8"/>
              <p:cNvSpPr/>
              <p:nvPr/>
            </p:nvSpPr>
            <p:spPr>
              <a:xfrm>
                <a:off x="7097770" y="960342"/>
                <a:ext cx="684430" cy="1033141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34" extrusionOk="0">
                    <a:moveTo>
                      <a:pt x="391" y="17"/>
                    </a:moveTo>
                    <a:lnTo>
                      <a:pt x="391" y="376"/>
                    </a:lnTo>
                    <a:lnTo>
                      <a:pt x="0" y="602"/>
                    </a:lnTo>
                    <a:lnTo>
                      <a:pt x="0" y="634"/>
                    </a:lnTo>
                    <a:lnTo>
                      <a:pt x="420" y="391"/>
                    </a:lnTo>
                    <a:lnTo>
                      <a:pt x="420" y="0"/>
                    </a:lnTo>
                    <a:lnTo>
                      <a:pt x="391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8"/>
              <p:cNvSpPr/>
              <p:nvPr/>
            </p:nvSpPr>
            <p:spPr>
              <a:xfrm>
                <a:off x="6990216" y="1623573"/>
                <a:ext cx="899536" cy="55405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40" extrusionOk="0">
                    <a:moveTo>
                      <a:pt x="552" y="21"/>
                    </a:moveTo>
                    <a:lnTo>
                      <a:pt x="505" y="48"/>
                    </a:lnTo>
                    <a:lnTo>
                      <a:pt x="486" y="59"/>
                    </a:lnTo>
                    <a:lnTo>
                      <a:pt x="401" y="108"/>
                    </a:lnTo>
                    <a:cubicBezTo>
                      <a:pt x="394" y="127"/>
                      <a:pt x="380" y="145"/>
                      <a:pt x="365" y="154"/>
                    </a:cubicBezTo>
                    <a:lnTo>
                      <a:pt x="356" y="159"/>
                    </a:lnTo>
                    <a:cubicBezTo>
                      <a:pt x="348" y="164"/>
                      <a:pt x="340" y="165"/>
                      <a:pt x="333" y="164"/>
                    </a:cubicBezTo>
                    <a:cubicBezTo>
                      <a:pt x="322" y="181"/>
                      <a:pt x="307" y="196"/>
                      <a:pt x="291" y="205"/>
                    </a:cubicBezTo>
                    <a:lnTo>
                      <a:pt x="266" y="220"/>
                    </a:lnTo>
                    <a:cubicBezTo>
                      <a:pt x="249" y="230"/>
                      <a:pt x="234" y="232"/>
                      <a:pt x="222" y="227"/>
                    </a:cubicBezTo>
                    <a:cubicBezTo>
                      <a:pt x="215" y="237"/>
                      <a:pt x="207" y="245"/>
                      <a:pt x="198" y="250"/>
                    </a:cubicBezTo>
                    <a:lnTo>
                      <a:pt x="189" y="255"/>
                    </a:lnTo>
                    <a:cubicBezTo>
                      <a:pt x="174" y="264"/>
                      <a:pt x="160" y="262"/>
                      <a:pt x="153" y="252"/>
                    </a:cubicBezTo>
                    <a:lnTo>
                      <a:pt x="66" y="302"/>
                    </a:lnTo>
                    <a:lnTo>
                      <a:pt x="32" y="321"/>
                    </a:lnTo>
                    <a:lnTo>
                      <a:pt x="0" y="340"/>
                    </a:lnTo>
                    <a:lnTo>
                      <a:pt x="37" y="276"/>
                    </a:lnTo>
                    <a:lnTo>
                      <a:pt x="514" y="0"/>
                    </a:lnTo>
                    <a:lnTo>
                      <a:pt x="552" y="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6990216" y="774572"/>
                <a:ext cx="899536" cy="55405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40" extrusionOk="0">
                    <a:moveTo>
                      <a:pt x="552" y="0"/>
                    </a:moveTo>
                    <a:lnTo>
                      <a:pt x="514" y="65"/>
                    </a:lnTo>
                    <a:lnTo>
                      <a:pt x="37" y="340"/>
                    </a:lnTo>
                    <a:lnTo>
                      <a:pt x="0" y="319"/>
                    </a:lnTo>
                    <a:lnTo>
                      <a:pt x="32" y="300"/>
                    </a:lnTo>
                    <a:lnTo>
                      <a:pt x="66" y="281"/>
                    </a:lnTo>
                    <a:lnTo>
                      <a:pt x="155" y="229"/>
                    </a:lnTo>
                    <a:cubicBezTo>
                      <a:pt x="163" y="213"/>
                      <a:pt x="175" y="197"/>
                      <a:pt x="189" y="189"/>
                    </a:cubicBezTo>
                    <a:lnTo>
                      <a:pt x="198" y="184"/>
                    </a:lnTo>
                    <a:cubicBezTo>
                      <a:pt x="206" y="179"/>
                      <a:pt x="214" y="177"/>
                      <a:pt x="221" y="178"/>
                    </a:cubicBezTo>
                    <a:cubicBezTo>
                      <a:pt x="232" y="161"/>
                      <a:pt x="247" y="147"/>
                      <a:pt x="263" y="137"/>
                    </a:cubicBezTo>
                    <a:lnTo>
                      <a:pt x="288" y="123"/>
                    </a:lnTo>
                    <a:cubicBezTo>
                      <a:pt x="305" y="113"/>
                      <a:pt x="320" y="111"/>
                      <a:pt x="332" y="115"/>
                    </a:cubicBezTo>
                    <a:cubicBezTo>
                      <a:pt x="339" y="106"/>
                      <a:pt x="347" y="98"/>
                      <a:pt x="356" y="93"/>
                    </a:cubicBezTo>
                    <a:lnTo>
                      <a:pt x="365" y="88"/>
                    </a:lnTo>
                    <a:cubicBezTo>
                      <a:pt x="379" y="80"/>
                      <a:pt x="392" y="80"/>
                      <a:pt x="399" y="89"/>
                    </a:cubicBezTo>
                    <a:lnTo>
                      <a:pt x="486" y="38"/>
                    </a:lnTo>
                    <a:lnTo>
                      <a:pt x="505" y="28"/>
                    </a:lnTo>
                    <a:lnTo>
                      <a:pt x="5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7097770" y="1573056"/>
                <a:ext cx="684430" cy="420426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58" extrusionOk="0">
                    <a:moveTo>
                      <a:pt x="391" y="0"/>
                    </a:moveTo>
                    <a:lnTo>
                      <a:pt x="420" y="15"/>
                    </a:lnTo>
                    <a:lnTo>
                      <a:pt x="0" y="258"/>
                    </a:lnTo>
                    <a:lnTo>
                      <a:pt x="0" y="226"/>
                    </a:lnTo>
                    <a:lnTo>
                      <a:pt x="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7187117" y="1958211"/>
                <a:ext cx="675754" cy="81339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644" extrusionOk="0">
                    <a:moveTo>
                      <a:pt x="535" y="0"/>
                    </a:moveTo>
                    <a:lnTo>
                      <a:pt x="535" y="337"/>
                    </a:lnTo>
                    <a:lnTo>
                      <a:pt x="0" y="644"/>
                    </a:lnTo>
                    <a:lnTo>
                      <a:pt x="0" y="307"/>
                    </a:lnTo>
                    <a:lnTo>
                      <a:pt x="53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7132804" y="2314385"/>
                <a:ext cx="53050" cy="457216"/>
              </a:xfrm>
              <a:custGeom>
                <a:avLst/>
                <a:gdLst/>
                <a:ahLst/>
                <a:cxnLst/>
                <a:rect l="l" t="t" r="r" b="b"/>
                <a:pathLst>
                  <a:path w="42" h="362" extrusionOk="0">
                    <a:moveTo>
                      <a:pt x="42" y="362"/>
                    </a:moveTo>
                    <a:lnTo>
                      <a:pt x="0" y="337"/>
                    </a:lnTo>
                    <a:lnTo>
                      <a:pt x="0" y="0"/>
                    </a:lnTo>
                    <a:lnTo>
                      <a:pt x="42" y="25"/>
                    </a:lnTo>
                    <a:lnTo>
                      <a:pt x="42" y="3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7132804" y="1926635"/>
                <a:ext cx="730067" cy="4193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2" extrusionOk="0">
                    <a:moveTo>
                      <a:pt x="42" y="332"/>
                    </a:moveTo>
                    <a:lnTo>
                      <a:pt x="0" y="307"/>
                    </a:lnTo>
                    <a:lnTo>
                      <a:pt x="535" y="0"/>
                    </a:lnTo>
                    <a:lnTo>
                      <a:pt x="578" y="25"/>
                    </a:lnTo>
                    <a:lnTo>
                      <a:pt x="42" y="33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9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113" name="Google Shape;113;p9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9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9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9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7" name="Google Shape;117;p9"/>
          <p:cNvSpPr txBox="1">
            <a:spLocks noGrp="1"/>
          </p:cNvSpPr>
          <p:nvPr>
            <p:ph type="title"/>
          </p:nvPr>
        </p:nvSpPr>
        <p:spPr>
          <a:xfrm>
            <a:off x="713225" y="12540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ubTitle" idx="1"/>
          </p:nvPr>
        </p:nvSpPr>
        <p:spPr>
          <a:xfrm>
            <a:off x="713225" y="32184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5881535" y="685719"/>
            <a:ext cx="2526289" cy="3562106"/>
            <a:chOff x="5519935" y="714269"/>
            <a:chExt cx="2526289" cy="3562106"/>
          </a:xfrm>
        </p:grpSpPr>
        <p:grpSp>
          <p:nvGrpSpPr>
            <p:cNvPr id="120" name="Google Shape;120;p9"/>
            <p:cNvGrpSpPr/>
            <p:nvPr/>
          </p:nvGrpSpPr>
          <p:grpSpPr>
            <a:xfrm>
              <a:off x="5519935" y="714269"/>
              <a:ext cx="2526289" cy="3562106"/>
              <a:chOff x="5519935" y="714269"/>
              <a:chExt cx="2526289" cy="3562106"/>
            </a:xfrm>
          </p:grpSpPr>
          <p:sp>
            <p:nvSpPr>
              <p:cNvPr id="121" name="Google Shape;121;p9"/>
              <p:cNvSpPr/>
              <p:nvPr/>
            </p:nvSpPr>
            <p:spPr>
              <a:xfrm>
                <a:off x="5989812" y="3414990"/>
                <a:ext cx="1492716" cy="861386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430" extrusionOk="0">
                    <a:moveTo>
                      <a:pt x="2118" y="1222"/>
                    </a:moveTo>
                    <a:cubicBezTo>
                      <a:pt x="1636" y="1500"/>
                      <a:pt x="851" y="1499"/>
                      <a:pt x="366" y="1219"/>
                    </a:cubicBezTo>
                    <a:cubicBezTo>
                      <a:pt x="-119" y="939"/>
                      <a:pt x="-122" y="486"/>
                      <a:pt x="361" y="208"/>
                    </a:cubicBezTo>
                    <a:cubicBezTo>
                      <a:pt x="843" y="-70"/>
                      <a:pt x="1627" y="-69"/>
                      <a:pt x="2112" y="212"/>
                    </a:cubicBezTo>
                    <a:cubicBezTo>
                      <a:pt x="2598" y="491"/>
                      <a:pt x="2600" y="944"/>
                      <a:pt x="2118" y="1222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6235439" y="3462413"/>
                <a:ext cx="1002342" cy="648978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810" extrusionOk="0">
                    <a:moveTo>
                      <a:pt x="554" y="791"/>
                    </a:moveTo>
                    <a:lnTo>
                      <a:pt x="1225" y="404"/>
                    </a:lnTo>
                    <a:cubicBezTo>
                      <a:pt x="1263" y="381"/>
                      <a:pt x="1260" y="325"/>
                      <a:pt x="1220" y="307"/>
                    </a:cubicBezTo>
                    <a:lnTo>
                      <a:pt x="1034" y="224"/>
                    </a:lnTo>
                    <a:lnTo>
                      <a:pt x="702" y="0"/>
                    </a:lnTo>
                    <a:lnTo>
                      <a:pt x="0" y="405"/>
                    </a:lnTo>
                    <a:lnTo>
                      <a:pt x="255" y="673"/>
                    </a:lnTo>
                    <a:lnTo>
                      <a:pt x="404" y="783"/>
                    </a:lnTo>
                    <a:cubicBezTo>
                      <a:pt x="448" y="815"/>
                      <a:pt x="507" y="818"/>
                      <a:pt x="554" y="7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6235439" y="2605921"/>
                <a:ext cx="578490" cy="118098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1474" extrusionOk="0">
                    <a:moveTo>
                      <a:pt x="19" y="406"/>
                    </a:moveTo>
                    <a:lnTo>
                      <a:pt x="722" y="0"/>
                    </a:lnTo>
                    <a:lnTo>
                      <a:pt x="702" y="1069"/>
                    </a:lnTo>
                    <a:lnTo>
                      <a:pt x="0" y="1474"/>
                    </a:lnTo>
                    <a:lnTo>
                      <a:pt x="19" y="40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9"/>
              <p:cNvSpPr/>
              <p:nvPr/>
            </p:nvSpPr>
            <p:spPr>
              <a:xfrm>
                <a:off x="6235439" y="3462413"/>
                <a:ext cx="828474" cy="539213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673" extrusionOk="0">
                    <a:moveTo>
                      <a:pt x="255" y="673"/>
                    </a:moveTo>
                    <a:lnTo>
                      <a:pt x="1034" y="224"/>
                    </a:lnTo>
                    <a:lnTo>
                      <a:pt x="702" y="0"/>
                    </a:lnTo>
                    <a:lnTo>
                      <a:pt x="0" y="405"/>
                    </a:lnTo>
                    <a:lnTo>
                      <a:pt x="255" y="67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>
                <a:off x="5519935" y="714269"/>
                <a:ext cx="2120061" cy="325771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4066" extrusionOk="0">
                    <a:moveTo>
                      <a:pt x="2646" y="68"/>
                    </a:moveTo>
                    <a:lnTo>
                      <a:pt x="2539" y="12"/>
                    </a:lnTo>
                    <a:lnTo>
                      <a:pt x="2539" y="12"/>
                    </a:lnTo>
                    <a:cubicBezTo>
                      <a:pt x="2507" y="-4"/>
                      <a:pt x="2467" y="-5"/>
                      <a:pt x="2432" y="15"/>
                    </a:cubicBezTo>
                    <a:lnTo>
                      <a:pt x="143" y="1337"/>
                    </a:lnTo>
                    <a:cubicBezTo>
                      <a:pt x="54" y="1388"/>
                      <a:pt x="0" y="1482"/>
                      <a:pt x="0" y="1630"/>
                    </a:cubicBezTo>
                    <a:lnTo>
                      <a:pt x="0" y="3953"/>
                    </a:lnTo>
                    <a:cubicBezTo>
                      <a:pt x="0" y="3954"/>
                      <a:pt x="27" y="3991"/>
                      <a:pt x="64" y="4009"/>
                    </a:cubicBezTo>
                    <a:lnTo>
                      <a:pt x="63" y="4009"/>
                    </a:lnTo>
                    <a:lnTo>
                      <a:pt x="172" y="4066"/>
                    </a:lnTo>
                    <a:lnTo>
                      <a:pt x="233" y="3970"/>
                    </a:lnTo>
                    <a:lnTo>
                      <a:pt x="2460" y="2684"/>
                    </a:lnTo>
                    <a:cubicBezTo>
                      <a:pt x="2548" y="2633"/>
                      <a:pt x="2602" y="2357"/>
                      <a:pt x="2602" y="2255"/>
                    </a:cubicBezTo>
                    <a:lnTo>
                      <a:pt x="2602" y="137"/>
                    </a:lnTo>
                    <a:lnTo>
                      <a:pt x="2646" y="6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5602462" y="757534"/>
                <a:ext cx="2084807" cy="3221655"/>
              </a:xfrm>
              <a:custGeom>
                <a:avLst/>
                <a:gdLst/>
                <a:ahLst/>
                <a:cxnLst/>
                <a:rect l="l" t="t" r="r" b="b"/>
                <a:pathLst>
                  <a:path w="2602" h="4021" extrusionOk="0">
                    <a:moveTo>
                      <a:pt x="2602" y="174"/>
                    </a:moveTo>
                    <a:lnTo>
                      <a:pt x="2602" y="2255"/>
                    </a:lnTo>
                    <a:cubicBezTo>
                      <a:pt x="2602" y="2539"/>
                      <a:pt x="2548" y="2633"/>
                      <a:pt x="2459" y="2684"/>
                    </a:cubicBezTo>
                    <a:lnTo>
                      <a:pt x="2123" y="2879"/>
                    </a:lnTo>
                    <a:lnTo>
                      <a:pt x="1504" y="3237"/>
                    </a:lnTo>
                    <a:lnTo>
                      <a:pt x="1181" y="3423"/>
                    </a:lnTo>
                    <a:lnTo>
                      <a:pt x="171" y="4005"/>
                    </a:lnTo>
                    <a:cubicBezTo>
                      <a:pt x="143" y="4022"/>
                      <a:pt x="112" y="4024"/>
                      <a:pt x="84" y="4017"/>
                    </a:cubicBezTo>
                    <a:cubicBezTo>
                      <a:pt x="74" y="4014"/>
                      <a:pt x="65" y="4010"/>
                      <a:pt x="56" y="4005"/>
                    </a:cubicBezTo>
                    <a:cubicBezTo>
                      <a:pt x="44" y="3998"/>
                      <a:pt x="32" y="3988"/>
                      <a:pt x="24" y="3967"/>
                    </a:cubicBezTo>
                    <a:cubicBezTo>
                      <a:pt x="10" y="3935"/>
                      <a:pt x="2" y="3878"/>
                      <a:pt x="0" y="3765"/>
                    </a:cubicBezTo>
                    <a:cubicBezTo>
                      <a:pt x="0" y="3753"/>
                      <a:pt x="0" y="3739"/>
                      <a:pt x="0" y="3725"/>
                    </a:cubicBezTo>
                    <a:lnTo>
                      <a:pt x="0" y="1632"/>
                    </a:lnTo>
                    <a:cubicBezTo>
                      <a:pt x="0" y="1712"/>
                      <a:pt x="54" y="1388"/>
                      <a:pt x="143" y="1337"/>
                    </a:cubicBezTo>
                    <a:lnTo>
                      <a:pt x="859" y="923"/>
                    </a:lnTo>
                    <a:lnTo>
                      <a:pt x="1560" y="518"/>
                    </a:lnTo>
                    <a:lnTo>
                      <a:pt x="1883" y="333"/>
                    </a:lnTo>
                    <a:lnTo>
                      <a:pt x="2432" y="15"/>
                    </a:lnTo>
                    <a:cubicBezTo>
                      <a:pt x="2453" y="3"/>
                      <a:pt x="2475" y="-1"/>
                      <a:pt x="2496" y="0"/>
                    </a:cubicBezTo>
                    <a:cubicBezTo>
                      <a:pt x="2553" y="4"/>
                      <a:pt x="2602" y="293"/>
                      <a:pt x="2602" y="1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5602462" y="757534"/>
                <a:ext cx="2084807" cy="2848293"/>
              </a:xfrm>
              <a:custGeom>
                <a:avLst/>
                <a:gdLst/>
                <a:ahLst/>
                <a:cxnLst/>
                <a:rect l="l" t="t" r="r" b="b"/>
                <a:pathLst>
                  <a:path w="2602" h="3555" extrusionOk="0">
                    <a:moveTo>
                      <a:pt x="2602" y="114"/>
                    </a:moveTo>
                    <a:lnTo>
                      <a:pt x="2602" y="2052"/>
                    </a:lnTo>
                    <a:lnTo>
                      <a:pt x="0" y="3555"/>
                    </a:lnTo>
                    <a:lnTo>
                      <a:pt x="0" y="1584"/>
                    </a:lnTo>
                    <a:cubicBezTo>
                      <a:pt x="0" y="1482"/>
                      <a:pt x="54" y="1388"/>
                      <a:pt x="143" y="1337"/>
                    </a:cubicBezTo>
                    <a:lnTo>
                      <a:pt x="859" y="923"/>
                    </a:lnTo>
                    <a:lnTo>
                      <a:pt x="1560" y="518"/>
                    </a:lnTo>
                    <a:lnTo>
                      <a:pt x="1883" y="333"/>
                    </a:lnTo>
                    <a:lnTo>
                      <a:pt x="2431" y="15"/>
                    </a:lnTo>
                    <a:cubicBezTo>
                      <a:pt x="2436" y="13"/>
                      <a:pt x="2441" y="10"/>
                      <a:pt x="2445" y="9"/>
                    </a:cubicBezTo>
                    <a:cubicBezTo>
                      <a:pt x="2450" y="7"/>
                      <a:pt x="2455" y="5"/>
                      <a:pt x="2459" y="4"/>
                    </a:cubicBezTo>
                    <a:cubicBezTo>
                      <a:pt x="2464" y="3"/>
                      <a:pt x="2469" y="2"/>
                      <a:pt x="2474" y="1"/>
                    </a:cubicBezTo>
                    <a:cubicBezTo>
                      <a:pt x="2481" y="0"/>
                      <a:pt x="2489" y="0"/>
                      <a:pt x="2496" y="1"/>
                    </a:cubicBezTo>
                    <a:cubicBezTo>
                      <a:pt x="2553" y="4"/>
                      <a:pt x="2602" y="51"/>
                      <a:pt x="2602" y="1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5657747" y="820028"/>
                <a:ext cx="1974237" cy="2501370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3122" extrusionOk="0">
                    <a:moveTo>
                      <a:pt x="2464" y="0"/>
                    </a:moveTo>
                    <a:lnTo>
                      <a:pt x="2464" y="1699"/>
                    </a:lnTo>
                    <a:lnTo>
                      <a:pt x="2125" y="1894"/>
                    </a:lnTo>
                    <a:lnTo>
                      <a:pt x="1507" y="2252"/>
                    </a:lnTo>
                    <a:lnTo>
                      <a:pt x="1185" y="2438"/>
                    </a:lnTo>
                    <a:lnTo>
                      <a:pt x="48" y="3094"/>
                    </a:lnTo>
                    <a:lnTo>
                      <a:pt x="0" y="3122"/>
                    </a:lnTo>
                    <a:lnTo>
                      <a:pt x="0" y="1422"/>
                    </a:lnTo>
                    <a:lnTo>
                      <a:pt x="769" y="978"/>
                    </a:lnTo>
                    <a:lnTo>
                      <a:pt x="1470" y="574"/>
                    </a:lnTo>
                    <a:lnTo>
                      <a:pt x="1792" y="389"/>
                    </a:lnTo>
                    <a:lnTo>
                      <a:pt x="2410" y="31"/>
                    </a:lnTo>
                    <a:lnTo>
                      <a:pt x="246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5657747" y="820028"/>
                <a:ext cx="1974237" cy="1372468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1713" extrusionOk="0">
                    <a:moveTo>
                      <a:pt x="2464" y="0"/>
                    </a:moveTo>
                    <a:lnTo>
                      <a:pt x="2464" y="291"/>
                    </a:lnTo>
                    <a:lnTo>
                      <a:pt x="0" y="1713"/>
                    </a:lnTo>
                    <a:lnTo>
                      <a:pt x="0" y="1422"/>
                    </a:lnTo>
                    <a:lnTo>
                      <a:pt x="246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9"/>
              <p:cNvSpPr/>
              <p:nvPr/>
            </p:nvSpPr>
            <p:spPr>
              <a:xfrm>
                <a:off x="5714635" y="1920888"/>
                <a:ext cx="116179" cy="88934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11" extrusionOk="0">
                    <a:moveTo>
                      <a:pt x="0" y="111"/>
                    </a:moveTo>
                    <a:lnTo>
                      <a:pt x="145" y="28"/>
                    </a:lnTo>
                    <a:lnTo>
                      <a:pt x="145" y="0"/>
                    </a:lnTo>
                    <a:lnTo>
                      <a:pt x="0" y="84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5714635" y="1971364"/>
                <a:ext cx="116179" cy="88934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11" extrusionOk="0">
                    <a:moveTo>
                      <a:pt x="0" y="111"/>
                    </a:moveTo>
                    <a:lnTo>
                      <a:pt x="145" y="27"/>
                    </a:lnTo>
                    <a:lnTo>
                      <a:pt x="145" y="0"/>
                    </a:lnTo>
                    <a:lnTo>
                      <a:pt x="0" y="83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5714635" y="2021039"/>
                <a:ext cx="116179" cy="88934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11" extrusionOk="0">
                    <a:moveTo>
                      <a:pt x="0" y="111"/>
                    </a:moveTo>
                    <a:lnTo>
                      <a:pt x="145" y="27"/>
                    </a:lnTo>
                    <a:lnTo>
                      <a:pt x="145" y="0"/>
                    </a:lnTo>
                    <a:lnTo>
                      <a:pt x="0" y="83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5657747" y="820028"/>
                <a:ext cx="1974237" cy="2501370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3122" extrusionOk="0">
                    <a:moveTo>
                      <a:pt x="2446" y="11"/>
                    </a:moveTo>
                    <a:lnTo>
                      <a:pt x="2446" y="1687"/>
                    </a:lnTo>
                    <a:lnTo>
                      <a:pt x="0" y="3100"/>
                    </a:lnTo>
                    <a:lnTo>
                      <a:pt x="0" y="3122"/>
                    </a:lnTo>
                    <a:lnTo>
                      <a:pt x="2464" y="1699"/>
                    </a:lnTo>
                    <a:lnTo>
                      <a:pt x="2464" y="0"/>
                    </a:lnTo>
                    <a:lnTo>
                      <a:pt x="2446" y="1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5657747" y="3293759"/>
                <a:ext cx="427858" cy="327694"/>
              </a:xfrm>
              <a:custGeom>
                <a:avLst/>
                <a:gdLst/>
                <a:ahLst/>
                <a:cxnLst/>
                <a:rect l="l" t="t" r="r" b="b"/>
                <a:pathLst>
                  <a:path w="534" h="409" extrusionOk="0">
                    <a:moveTo>
                      <a:pt x="534" y="409"/>
                    </a:moveTo>
                    <a:lnTo>
                      <a:pt x="0" y="101"/>
                    </a:lnTo>
                    <a:lnTo>
                      <a:pt x="0" y="0"/>
                    </a:lnTo>
                    <a:lnTo>
                      <a:pt x="534" y="308"/>
                    </a:lnTo>
                    <a:lnTo>
                      <a:pt x="534" y="40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657747" y="2160050"/>
                <a:ext cx="2388474" cy="1380481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1723" extrusionOk="0">
                    <a:moveTo>
                      <a:pt x="534" y="1723"/>
                    </a:moveTo>
                    <a:lnTo>
                      <a:pt x="0" y="1415"/>
                    </a:lnTo>
                    <a:lnTo>
                      <a:pt x="2447" y="0"/>
                    </a:lnTo>
                    <a:lnTo>
                      <a:pt x="2981" y="308"/>
                    </a:lnTo>
                    <a:lnTo>
                      <a:pt x="534" y="172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6085607" y="2406822"/>
                <a:ext cx="1960616" cy="1214631"/>
              </a:xfrm>
              <a:custGeom>
                <a:avLst/>
                <a:gdLst/>
                <a:ahLst/>
                <a:cxnLst/>
                <a:rect l="l" t="t" r="r" b="b"/>
                <a:pathLst>
                  <a:path w="2447" h="1516" extrusionOk="0">
                    <a:moveTo>
                      <a:pt x="0" y="1516"/>
                    </a:moveTo>
                    <a:lnTo>
                      <a:pt x="2447" y="102"/>
                    </a:lnTo>
                    <a:lnTo>
                      <a:pt x="2447" y="0"/>
                    </a:lnTo>
                    <a:lnTo>
                      <a:pt x="0" y="1415"/>
                    </a:lnTo>
                    <a:lnTo>
                      <a:pt x="0" y="15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5541568" y="2600313"/>
                <a:ext cx="16025" cy="527195"/>
              </a:xfrm>
              <a:custGeom>
                <a:avLst/>
                <a:gdLst/>
                <a:ahLst/>
                <a:cxnLst/>
                <a:rect l="l" t="t" r="r" b="b"/>
                <a:pathLst>
                  <a:path w="20" h="658" extrusionOk="0">
                    <a:moveTo>
                      <a:pt x="20" y="12"/>
                    </a:moveTo>
                    <a:lnTo>
                      <a:pt x="0" y="0"/>
                    </a:lnTo>
                    <a:lnTo>
                      <a:pt x="0" y="647"/>
                    </a:lnTo>
                    <a:lnTo>
                      <a:pt x="20" y="658"/>
                    </a:lnTo>
                    <a:lnTo>
                      <a:pt x="20" y="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5541568" y="3156351"/>
                <a:ext cx="16025" cy="120181"/>
              </a:xfrm>
              <a:custGeom>
                <a:avLst/>
                <a:gdLst/>
                <a:ahLst/>
                <a:cxnLst/>
                <a:rect l="l" t="t" r="r" b="b"/>
                <a:pathLst>
                  <a:path w="20" h="150" extrusionOk="0">
                    <a:moveTo>
                      <a:pt x="20" y="12"/>
                    </a:moveTo>
                    <a:lnTo>
                      <a:pt x="0" y="0"/>
                    </a:lnTo>
                    <a:lnTo>
                      <a:pt x="0" y="139"/>
                    </a:lnTo>
                    <a:lnTo>
                      <a:pt x="20" y="150"/>
                    </a:lnTo>
                    <a:lnTo>
                      <a:pt x="20" y="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8175" rIns="81625" bIns="81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5657747" y="2160050"/>
                <a:ext cx="2388474" cy="1380481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1723" extrusionOk="0">
                    <a:moveTo>
                      <a:pt x="534" y="1723"/>
                    </a:moveTo>
                    <a:lnTo>
                      <a:pt x="0" y="1415"/>
                    </a:lnTo>
                    <a:lnTo>
                      <a:pt x="2447" y="0"/>
                    </a:lnTo>
                    <a:lnTo>
                      <a:pt x="2981" y="308"/>
                    </a:lnTo>
                    <a:lnTo>
                      <a:pt x="534" y="1723"/>
                    </a:lnTo>
                    <a:close/>
                  </a:path>
                </a:pathLst>
              </a:custGeom>
              <a:solidFill>
                <a:srgbClr val="2A1401">
                  <a:alpha val="1176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" name="Google Shape;140;p9"/>
              <p:cNvGrpSpPr/>
              <p:nvPr/>
            </p:nvGrpSpPr>
            <p:grpSpPr>
              <a:xfrm>
                <a:off x="6046252" y="1799880"/>
                <a:ext cx="616337" cy="1447869"/>
                <a:chOff x="5284024" y="1320474"/>
                <a:chExt cx="1334641" cy="3135272"/>
              </a:xfrm>
            </p:grpSpPr>
            <p:sp>
              <p:nvSpPr>
                <p:cNvPr id="141" name="Google Shape;141;p9"/>
                <p:cNvSpPr/>
                <p:nvPr/>
              </p:nvSpPr>
              <p:spPr>
                <a:xfrm>
                  <a:off x="5284024" y="3756666"/>
                  <a:ext cx="883240" cy="510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" h="313" extrusionOk="0">
                      <a:moveTo>
                        <a:pt x="464" y="268"/>
                      </a:moveTo>
                      <a:cubicBezTo>
                        <a:pt x="358" y="329"/>
                        <a:pt x="187" y="328"/>
                        <a:pt x="81" y="267"/>
                      </a:cubicBezTo>
                      <a:cubicBezTo>
                        <a:pt x="-26" y="206"/>
                        <a:pt x="-26" y="107"/>
                        <a:pt x="79" y="46"/>
                      </a:cubicBezTo>
                      <a:cubicBezTo>
                        <a:pt x="185" y="-15"/>
                        <a:pt x="356" y="-15"/>
                        <a:pt x="463" y="46"/>
                      </a:cubicBezTo>
                      <a:cubicBezTo>
                        <a:pt x="569" y="108"/>
                        <a:pt x="569" y="207"/>
                        <a:pt x="464" y="268"/>
                      </a:cubicBezTo>
                      <a:close/>
                    </a:path>
                  </a:pathLst>
                </a:custGeom>
                <a:solidFill>
                  <a:srgbClr val="2A1401">
                    <a:alpha val="11760"/>
                  </a:srgbClr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142;p9"/>
                <p:cNvSpPr/>
                <p:nvPr/>
              </p:nvSpPr>
              <p:spPr>
                <a:xfrm>
                  <a:off x="5707720" y="3820219"/>
                  <a:ext cx="281920" cy="185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114" extrusionOk="0">
                      <a:moveTo>
                        <a:pt x="75" y="7"/>
                      </a:moveTo>
                      <a:cubicBezTo>
                        <a:pt x="75" y="7"/>
                        <a:pt x="148" y="51"/>
                        <a:pt x="158" y="60"/>
                      </a:cubicBezTo>
                      <a:cubicBezTo>
                        <a:pt x="168" y="69"/>
                        <a:pt x="175" y="82"/>
                        <a:pt x="172" y="98"/>
                      </a:cubicBezTo>
                      <a:cubicBezTo>
                        <a:pt x="168" y="114"/>
                        <a:pt x="154" y="118"/>
                        <a:pt x="131" y="110"/>
                      </a:cubicBezTo>
                      <a:cubicBezTo>
                        <a:pt x="109" y="103"/>
                        <a:pt x="91" y="93"/>
                        <a:pt x="75" y="83"/>
                      </a:cubicBezTo>
                      <a:cubicBezTo>
                        <a:pt x="59" y="73"/>
                        <a:pt x="46" y="62"/>
                        <a:pt x="46" y="62"/>
                      </a:cubicBezTo>
                      <a:cubicBezTo>
                        <a:pt x="46" y="62"/>
                        <a:pt x="35" y="62"/>
                        <a:pt x="28" y="58"/>
                      </a:cubicBezTo>
                      <a:cubicBezTo>
                        <a:pt x="22" y="55"/>
                        <a:pt x="1" y="47"/>
                        <a:pt x="1" y="47"/>
                      </a:cubicBezTo>
                      <a:cubicBezTo>
                        <a:pt x="1" y="47"/>
                        <a:pt x="-3" y="20"/>
                        <a:pt x="11" y="6"/>
                      </a:cubicBezTo>
                      <a:cubicBezTo>
                        <a:pt x="25" y="-8"/>
                        <a:pt x="75" y="7"/>
                        <a:pt x="75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" name="Google Shape;143;p9"/>
                <p:cNvSpPr/>
                <p:nvPr/>
              </p:nvSpPr>
              <p:spPr>
                <a:xfrm>
                  <a:off x="5477947" y="3922881"/>
                  <a:ext cx="203699" cy="233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43" extrusionOk="0">
                      <a:moveTo>
                        <a:pt x="81" y="0"/>
                      </a:moveTo>
                      <a:cubicBezTo>
                        <a:pt x="81" y="0"/>
                        <a:pt x="89" y="32"/>
                        <a:pt x="94" y="45"/>
                      </a:cubicBezTo>
                      <a:cubicBezTo>
                        <a:pt x="102" y="63"/>
                        <a:pt x="126" y="109"/>
                        <a:pt x="125" y="125"/>
                      </a:cubicBezTo>
                      <a:cubicBezTo>
                        <a:pt x="122" y="147"/>
                        <a:pt x="102" y="146"/>
                        <a:pt x="78" y="139"/>
                      </a:cubicBezTo>
                      <a:cubicBezTo>
                        <a:pt x="54" y="133"/>
                        <a:pt x="41" y="116"/>
                        <a:pt x="35" y="105"/>
                      </a:cubicBezTo>
                      <a:cubicBezTo>
                        <a:pt x="30" y="94"/>
                        <a:pt x="24" y="72"/>
                        <a:pt x="23" y="67"/>
                      </a:cubicBezTo>
                      <a:cubicBezTo>
                        <a:pt x="22" y="62"/>
                        <a:pt x="10" y="39"/>
                        <a:pt x="3" y="33"/>
                      </a:cubicBezTo>
                      <a:cubicBezTo>
                        <a:pt x="-3" y="27"/>
                        <a:pt x="1" y="2"/>
                        <a:pt x="1" y="2"/>
                      </a:cubicBez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81625" tIns="5875" rIns="81625" bIns="58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144;p9"/>
                <p:cNvSpPr/>
                <p:nvPr/>
              </p:nvSpPr>
              <p:spPr>
                <a:xfrm>
                  <a:off x="5689795" y="2852260"/>
                  <a:ext cx="246069" cy="1023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628" extrusionOk="0">
                      <a:moveTo>
                        <a:pt x="149" y="0"/>
                      </a:moveTo>
                      <a:cubicBezTo>
                        <a:pt x="149" y="0"/>
                        <a:pt x="155" y="181"/>
                        <a:pt x="146" y="283"/>
                      </a:cubicBezTo>
                      <a:cubicBezTo>
                        <a:pt x="138" y="386"/>
                        <a:pt x="133" y="438"/>
                        <a:pt x="124" y="502"/>
                      </a:cubicBezTo>
                      <a:cubicBezTo>
                        <a:pt x="115" y="566"/>
                        <a:pt x="104" y="608"/>
                        <a:pt x="104" y="608"/>
                      </a:cubicBezTo>
                      <a:cubicBezTo>
                        <a:pt x="104" y="608"/>
                        <a:pt x="92" y="625"/>
                        <a:pt x="54" y="628"/>
                      </a:cubicBezTo>
                      <a:cubicBezTo>
                        <a:pt x="15" y="631"/>
                        <a:pt x="0" y="595"/>
                        <a:pt x="0" y="595"/>
                      </a:cubicBezTo>
                      <a:cubicBezTo>
                        <a:pt x="0" y="595"/>
                        <a:pt x="14" y="508"/>
                        <a:pt x="12" y="440"/>
                      </a:cubicBezTo>
                      <a:cubicBezTo>
                        <a:pt x="10" y="372"/>
                        <a:pt x="-8" y="334"/>
                        <a:pt x="16" y="234"/>
                      </a:cubicBezTo>
                      <a:cubicBezTo>
                        <a:pt x="39" y="134"/>
                        <a:pt x="45" y="8"/>
                        <a:pt x="45" y="8"/>
                      </a:cubicBezTo>
                      <a:lnTo>
                        <a:pt x="14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9"/>
                <p:cNvSpPr/>
                <p:nvPr/>
              </p:nvSpPr>
              <p:spPr>
                <a:xfrm>
                  <a:off x="5435577" y="2827817"/>
                  <a:ext cx="384584" cy="1147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704" extrusionOk="0">
                      <a:moveTo>
                        <a:pt x="236" y="45"/>
                      </a:moveTo>
                      <a:cubicBezTo>
                        <a:pt x="236" y="45"/>
                        <a:pt x="236" y="153"/>
                        <a:pt x="222" y="202"/>
                      </a:cubicBezTo>
                      <a:cubicBezTo>
                        <a:pt x="208" y="250"/>
                        <a:pt x="159" y="310"/>
                        <a:pt x="150" y="338"/>
                      </a:cubicBezTo>
                      <a:cubicBezTo>
                        <a:pt x="141" y="366"/>
                        <a:pt x="142" y="467"/>
                        <a:pt x="137" y="504"/>
                      </a:cubicBezTo>
                      <a:cubicBezTo>
                        <a:pt x="132" y="541"/>
                        <a:pt x="113" y="692"/>
                        <a:pt x="113" y="692"/>
                      </a:cubicBezTo>
                      <a:cubicBezTo>
                        <a:pt x="113" y="692"/>
                        <a:pt x="87" y="711"/>
                        <a:pt x="58" y="702"/>
                      </a:cubicBezTo>
                      <a:cubicBezTo>
                        <a:pt x="28" y="694"/>
                        <a:pt x="25" y="679"/>
                        <a:pt x="25" y="679"/>
                      </a:cubicBezTo>
                      <a:cubicBezTo>
                        <a:pt x="25" y="679"/>
                        <a:pt x="12" y="519"/>
                        <a:pt x="14" y="487"/>
                      </a:cubicBezTo>
                      <a:cubicBezTo>
                        <a:pt x="15" y="456"/>
                        <a:pt x="18" y="398"/>
                        <a:pt x="13" y="339"/>
                      </a:cubicBezTo>
                      <a:cubicBezTo>
                        <a:pt x="8" y="280"/>
                        <a:pt x="-5" y="226"/>
                        <a:pt x="3" y="124"/>
                      </a:cubicBezTo>
                      <a:cubicBezTo>
                        <a:pt x="11" y="22"/>
                        <a:pt x="19" y="0"/>
                        <a:pt x="19" y="0"/>
                      </a:cubicBezTo>
                      <a:lnTo>
                        <a:pt x="236" y="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9"/>
                <p:cNvSpPr/>
                <p:nvPr/>
              </p:nvSpPr>
              <p:spPr>
                <a:xfrm>
                  <a:off x="6152601" y="1553501"/>
                  <a:ext cx="146664" cy="32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197" extrusionOk="0">
                      <a:moveTo>
                        <a:pt x="80" y="191"/>
                      </a:moveTo>
                      <a:cubicBezTo>
                        <a:pt x="80" y="191"/>
                        <a:pt x="71" y="143"/>
                        <a:pt x="72" y="135"/>
                      </a:cubicBezTo>
                      <a:cubicBezTo>
                        <a:pt x="72" y="128"/>
                        <a:pt x="90" y="99"/>
                        <a:pt x="90" y="91"/>
                      </a:cubicBezTo>
                      <a:cubicBezTo>
                        <a:pt x="91" y="83"/>
                        <a:pt x="91" y="75"/>
                        <a:pt x="89" y="70"/>
                      </a:cubicBezTo>
                      <a:cubicBezTo>
                        <a:pt x="87" y="65"/>
                        <a:pt x="80" y="59"/>
                        <a:pt x="80" y="59"/>
                      </a:cubicBezTo>
                      <a:cubicBezTo>
                        <a:pt x="80" y="59"/>
                        <a:pt x="62" y="45"/>
                        <a:pt x="57" y="41"/>
                      </a:cubicBezTo>
                      <a:cubicBezTo>
                        <a:pt x="52" y="36"/>
                        <a:pt x="40" y="8"/>
                        <a:pt x="35" y="6"/>
                      </a:cubicBezTo>
                      <a:cubicBezTo>
                        <a:pt x="31" y="3"/>
                        <a:pt x="18" y="-4"/>
                        <a:pt x="16" y="3"/>
                      </a:cubicBezTo>
                      <a:cubicBezTo>
                        <a:pt x="14" y="11"/>
                        <a:pt x="11" y="22"/>
                        <a:pt x="8" y="27"/>
                      </a:cubicBezTo>
                      <a:cubicBezTo>
                        <a:pt x="4" y="31"/>
                        <a:pt x="0" y="56"/>
                        <a:pt x="0" y="66"/>
                      </a:cubicBezTo>
                      <a:cubicBezTo>
                        <a:pt x="0" y="75"/>
                        <a:pt x="4" y="92"/>
                        <a:pt x="7" y="107"/>
                      </a:cubicBezTo>
                      <a:cubicBezTo>
                        <a:pt x="10" y="121"/>
                        <a:pt x="12" y="119"/>
                        <a:pt x="13" y="126"/>
                      </a:cubicBezTo>
                      <a:cubicBezTo>
                        <a:pt x="15" y="133"/>
                        <a:pt x="20" y="181"/>
                        <a:pt x="20" y="181"/>
                      </a:cubicBezTo>
                      <a:cubicBezTo>
                        <a:pt x="20" y="181"/>
                        <a:pt x="70" y="209"/>
                        <a:pt x="80" y="191"/>
                      </a:cubicBez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23500" rIns="81625" bIns="235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9"/>
                <p:cNvSpPr/>
                <p:nvPr/>
              </p:nvSpPr>
              <p:spPr>
                <a:xfrm>
                  <a:off x="6058084" y="1372620"/>
                  <a:ext cx="78221" cy="123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76" extrusionOk="0">
                      <a:moveTo>
                        <a:pt x="38" y="16"/>
                      </a:moveTo>
                      <a:cubicBezTo>
                        <a:pt x="49" y="34"/>
                        <a:pt x="52" y="55"/>
                        <a:pt x="44" y="68"/>
                      </a:cubicBezTo>
                      <a:cubicBezTo>
                        <a:pt x="37" y="81"/>
                        <a:pt x="22" y="77"/>
                        <a:pt x="11" y="60"/>
                      </a:cubicBezTo>
                      <a:cubicBezTo>
                        <a:pt x="0" y="42"/>
                        <a:pt x="-3" y="22"/>
                        <a:pt x="4" y="8"/>
                      </a:cubicBezTo>
                      <a:cubicBezTo>
                        <a:pt x="12" y="-5"/>
                        <a:pt x="27" y="-1"/>
                        <a:pt x="38" y="1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148;p9"/>
                <p:cNvSpPr/>
                <p:nvPr/>
              </p:nvSpPr>
              <p:spPr>
                <a:xfrm>
                  <a:off x="6077640" y="1322104"/>
                  <a:ext cx="164589" cy="174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7" extrusionOk="0">
                      <a:moveTo>
                        <a:pt x="101" y="79"/>
                      </a:moveTo>
                      <a:lnTo>
                        <a:pt x="22" y="107"/>
                      </a:lnTo>
                      <a:lnTo>
                        <a:pt x="0" y="32"/>
                      </a:lnTo>
                      <a:lnTo>
                        <a:pt x="80" y="0"/>
                      </a:lnTo>
                      <a:lnTo>
                        <a:pt x="101" y="7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9"/>
                <p:cNvSpPr/>
                <p:nvPr/>
              </p:nvSpPr>
              <p:spPr>
                <a:xfrm>
                  <a:off x="6186823" y="1320474"/>
                  <a:ext cx="79850" cy="130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80" extrusionOk="0">
                      <a:moveTo>
                        <a:pt x="38" y="16"/>
                      </a:moveTo>
                      <a:cubicBezTo>
                        <a:pt x="49" y="34"/>
                        <a:pt x="52" y="59"/>
                        <a:pt x="45" y="72"/>
                      </a:cubicBezTo>
                      <a:cubicBezTo>
                        <a:pt x="38" y="86"/>
                        <a:pt x="23" y="82"/>
                        <a:pt x="11" y="64"/>
                      </a:cubicBezTo>
                      <a:cubicBezTo>
                        <a:pt x="0" y="47"/>
                        <a:pt x="-3" y="22"/>
                        <a:pt x="4" y="8"/>
                      </a:cubicBezTo>
                      <a:cubicBezTo>
                        <a:pt x="11" y="-5"/>
                        <a:pt x="26" y="-1"/>
                        <a:pt x="38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150;p9"/>
                <p:cNvSpPr/>
                <p:nvPr/>
              </p:nvSpPr>
              <p:spPr>
                <a:xfrm>
                  <a:off x="6147712" y="1449210"/>
                  <a:ext cx="107553" cy="30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186" extrusionOk="0">
                      <a:moveTo>
                        <a:pt x="66" y="177"/>
                      </a:moveTo>
                      <a:lnTo>
                        <a:pt x="66" y="177"/>
                      </a:lnTo>
                      <a:lnTo>
                        <a:pt x="66" y="177"/>
                      </a:lnTo>
                      <a:cubicBezTo>
                        <a:pt x="64" y="168"/>
                        <a:pt x="61" y="159"/>
                        <a:pt x="59" y="149"/>
                      </a:cubicBezTo>
                      <a:lnTo>
                        <a:pt x="54" y="130"/>
                      </a:lnTo>
                      <a:lnTo>
                        <a:pt x="54" y="130"/>
                      </a:lnTo>
                      <a:lnTo>
                        <a:pt x="54" y="129"/>
                      </a:lnTo>
                      <a:lnTo>
                        <a:pt x="54" y="129"/>
                      </a:lnTo>
                      <a:lnTo>
                        <a:pt x="53" y="128"/>
                      </a:lnTo>
                      <a:lnTo>
                        <a:pt x="53" y="128"/>
                      </a:lnTo>
                      <a:lnTo>
                        <a:pt x="53" y="128"/>
                      </a:lnTo>
                      <a:lnTo>
                        <a:pt x="53" y="127"/>
                      </a:lnTo>
                      <a:lnTo>
                        <a:pt x="53" y="127"/>
                      </a:lnTo>
                      <a:cubicBezTo>
                        <a:pt x="52" y="127"/>
                        <a:pt x="52" y="127"/>
                        <a:pt x="52" y="127"/>
                      </a:cubicBezTo>
                      <a:lnTo>
                        <a:pt x="52" y="127"/>
                      </a:lnTo>
                      <a:lnTo>
                        <a:pt x="51" y="126"/>
                      </a:lnTo>
                      <a:lnTo>
                        <a:pt x="51" y="126"/>
                      </a:lnTo>
                      <a:lnTo>
                        <a:pt x="51" y="126"/>
                      </a:lnTo>
                      <a:lnTo>
                        <a:pt x="50" y="125"/>
                      </a:lnTo>
                      <a:cubicBezTo>
                        <a:pt x="41" y="91"/>
                        <a:pt x="32" y="57"/>
                        <a:pt x="23" y="23"/>
                      </a:cubicBezTo>
                      <a:cubicBezTo>
                        <a:pt x="24" y="21"/>
                        <a:pt x="25" y="20"/>
                        <a:pt x="25" y="18"/>
                      </a:cubicBezTo>
                      <a:lnTo>
                        <a:pt x="25" y="18"/>
                      </a:lnTo>
                      <a:lnTo>
                        <a:pt x="25" y="18"/>
                      </a:lnTo>
                      <a:lnTo>
                        <a:pt x="26" y="18"/>
                      </a:lnTo>
                      <a:lnTo>
                        <a:pt x="26" y="18"/>
                      </a:lnTo>
                      <a:lnTo>
                        <a:pt x="26" y="18"/>
                      </a:lnTo>
                      <a:lnTo>
                        <a:pt x="26" y="17"/>
                      </a:lnTo>
                      <a:lnTo>
                        <a:pt x="26" y="17"/>
                      </a:lnTo>
                      <a:lnTo>
                        <a:pt x="26" y="17"/>
                      </a:lnTo>
                      <a:lnTo>
                        <a:pt x="26" y="17"/>
                      </a:lnTo>
                      <a:lnTo>
                        <a:pt x="26" y="17"/>
                      </a:lnTo>
                      <a:lnTo>
                        <a:pt x="26" y="16"/>
                      </a:lnTo>
                      <a:lnTo>
                        <a:pt x="26" y="16"/>
                      </a:lnTo>
                      <a:lnTo>
                        <a:pt x="26" y="16"/>
                      </a:lnTo>
                      <a:lnTo>
                        <a:pt x="26" y="16"/>
                      </a:lnTo>
                      <a:lnTo>
                        <a:pt x="26" y="16"/>
                      </a:lnTo>
                      <a:lnTo>
                        <a:pt x="26" y="15"/>
                      </a:lnTo>
                      <a:lnTo>
                        <a:pt x="26" y="15"/>
                      </a:lnTo>
                      <a:cubicBezTo>
                        <a:pt x="25" y="12"/>
                        <a:pt x="24" y="7"/>
                        <a:pt x="23" y="4"/>
                      </a:cubicBezTo>
                      <a:lnTo>
                        <a:pt x="23" y="4"/>
                      </a:ln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2" y="3"/>
                        <a:pt x="22" y="2"/>
                        <a:pt x="22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0" y="1"/>
                        <a:pt x="20" y="1"/>
                        <a:pt x="20" y="1"/>
                      </a:cubicBezTo>
                      <a:lnTo>
                        <a:pt x="19" y="1"/>
                      </a:lnTo>
                      <a:lnTo>
                        <a:pt x="19" y="0"/>
                      </a:lnTo>
                      <a:cubicBezTo>
                        <a:pt x="18" y="0"/>
                        <a:pt x="18" y="0"/>
                        <a:pt x="18" y="0"/>
                      </a:cubicBezTo>
                      <a:lnTo>
                        <a:pt x="18" y="0"/>
                      </a:lnTo>
                      <a:lnTo>
                        <a:pt x="18" y="0"/>
                      </a:lnTo>
                      <a:cubicBezTo>
                        <a:pt x="17" y="0"/>
                        <a:pt x="17" y="0"/>
                        <a:pt x="17" y="0"/>
                      </a:cubicBezTo>
                      <a:lnTo>
                        <a:pt x="17" y="0"/>
                      </a:lnTo>
                      <a:cubicBezTo>
                        <a:pt x="16" y="0"/>
                        <a:pt x="16" y="0"/>
                        <a:pt x="16" y="0"/>
                      </a:cubicBezTo>
                      <a:lnTo>
                        <a:pt x="16" y="0"/>
                      </a:lnTo>
                      <a:cubicBezTo>
                        <a:pt x="15" y="0"/>
                        <a:pt x="15" y="0"/>
                        <a:pt x="15" y="0"/>
                      </a:cubicBezTo>
                      <a:lnTo>
                        <a:pt x="15" y="0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3" y="0"/>
                      </a:lnTo>
                      <a:cubicBezTo>
                        <a:pt x="12" y="0"/>
                        <a:pt x="12" y="0"/>
                        <a:pt x="12" y="0"/>
                      </a:cubicBez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lnTo>
                        <a:pt x="11" y="1"/>
                      </a:lnTo>
                      <a:lnTo>
                        <a:pt x="11" y="1"/>
                      </a:lnTo>
                      <a:lnTo>
                        <a:pt x="11" y="1"/>
                      </a:lnTo>
                      <a:lnTo>
                        <a:pt x="10" y="1"/>
                      </a:lnTo>
                      <a:lnTo>
                        <a:pt x="10" y="1"/>
                      </a:lnTo>
                      <a:lnTo>
                        <a:pt x="10" y="1"/>
                      </a:lnTo>
                      <a:lnTo>
                        <a:pt x="10" y="1"/>
                      </a:lnTo>
                      <a:lnTo>
                        <a:pt x="10" y="1"/>
                      </a:lnTo>
                      <a:lnTo>
                        <a:pt x="10" y="1"/>
                      </a:lnTo>
                      <a:cubicBezTo>
                        <a:pt x="9" y="1"/>
                        <a:pt x="9" y="1"/>
                        <a:pt x="9" y="1"/>
                      </a:cubicBezTo>
                      <a:lnTo>
                        <a:pt x="9" y="1"/>
                      </a:lnTo>
                      <a:lnTo>
                        <a:pt x="9" y="1"/>
                      </a:lnTo>
                      <a:lnTo>
                        <a:pt x="9" y="1"/>
                      </a:lnTo>
                      <a:lnTo>
                        <a:pt x="9" y="1"/>
                      </a:lnTo>
                      <a:cubicBezTo>
                        <a:pt x="8" y="1"/>
                        <a:pt x="8" y="1"/>
                        <a:pt x="8" y="1"/>
                      </a:cubicBezTo>
                      <a:lnTo>
                        <a:pt x="8" y="1"/>
                      </a:lnTo>
                      <a:cubicBezTo>
                        <a:pt x="8" y="2"/>
                        <a:pt x="7" y="2"/>
                        <a:pt x="7" y="2"/>
                      </a:cubicBezTo>
                      <a:lnTo>
                        <a:pt x="7" y="2"/>
                      </a:lnTo>
                      <a:cubicBezTo>
                        <a:pt x="6" y="2"/>
                        <a:pt x="6" y="2"/>
                        <a:pt x="6" y="2"/>
                      </a:cubicBez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6" y="2"/>
                      </a:lnTo>
                      <a:cubicBezTo>
                        <a:pt x="6" y="2"/>
                        <a:pt x="6" y="3"/>
                        <a:pt x="5" y="3"/>
                      </a:cubicBez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cubicBezTo>
                        <a:pt x="4" y="3"/>
                        <a:pt x="4" y="3"/>
                        <a:pt x="4" y="3"/>
                      </a:cubicBezTo>
                      <a:lnTo>
                        <a:pt x="4" y="3"/>
                      </a:lnTo>
                      <a:lnTo>
                        <a:pt x="4" y="3"/>
                      </a:lnTo>
                      <a:cubicBezTo>
                        <a:pt x="4" y="4"/>
                        <a:pt x="4" y="4"/>
                        <a:pt x="4" y="4"/>
                      </a:cubicBez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2" y="5"/>
                      </a:lnTo>
                      <a:cubicBezTo>
                        <a:pt x="2" y="5"/>
                        <a:pt x="2" y="6"/>
                        <a:pt x="1" y="6"/>
                      </a:cubicBez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cubicBezTo>
                        <a:pt x="0" y="8"/>
                        <a:pt x="0" y="8"/>
                        <a:pt x="0" y="8"/>
                      </a:cubicBez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2"/>
                      </a:lnTo>
                      <a:lnTo>
                        <a:pt x="4" y="22"/>
                      </a:lnTo>
                      <a:lnTo>
                        <a:pt x="4" y="22"/>
                      </a:lnTo>
                      <a:cubicBezTo>
                        <a:pt x="4" y="23"/>
                        <a:pt x="4" y="23"/>
                        <a:pt x="5" y="23"/>
                      </a:cubicBezTo>
                      <a:lnTo>
                        <a:pt x="5" y="23"/>
                      </a:lnTo>
                      <a:lnTo>
                        <a:pt x="5" y="23"/>
                      </a:lnTo>
                      <a:lnTo>
                        <a:pt x="5" y="23"/>
                      </a:lnTo>
                      <a:cubicBezTo>
                        <a:pt x="6" y="24"/>
                        <a:pt x="8" y="25"/>
                        <a:pt x="9" y="26"/>
                      </a:cubicBezTo>
                      <a:cubicBezTo>
                        <a:pt x="17" y="60"/>
                        <a:pt x="25" y="95"/>
                        <a:pt x="33" y="129"/>
                      </a:cubicBezTo>
                      <a:cubicBezTo>
                        <a:pt x="33" y="130"/>
                        <a:pt x="32" y="132"/>
                        <a:pt x="32" y="133"/>
                      </a:cubicBezTo>
                      <a:lnTo>
                        <a:pt x="32" y="133"/>
                      </a:lnTo>
                      <a:lnTo>
                        <a:pt x="32" y="133"/>
                      </a:lnTo>
                      <a:lnTo>
                        <a:pt x="32" y="133"/>
                      </a:lnTo>
                      <a:cubicBezTo>
                        <a:pt x="31" y="133"/>
                        <a:pt x="31" y="134"/>
                        <a:pt x="31" y="134"/>
                      </a:cubicBezTo>
                      <a:lnTo>
                        <a:pt x="31" y="134"/>
                      </a:lnTo>
                      <a:lnTo>
                        <a:pt x="31" y="134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lnTo>
                        <a:pt x="31" y="135"/>
                      </a:lnTo>
                      <a:cubicBezTo>
                        <a:pt x="33" y="141"/>
                        <a:pt x="35" y="148"/>
                        <a:pt x="36" y="155"/>
                      </a:cubicBezTo>
                      <a:lnTo>
                        <a:pt x="43" y="182"/>
                      </a:lnTo>
                      <a:lnTo>
                        <a:pt x="43" y="183"/>
                      </a:lnTo>
                      <a:lnTo>
                        <a:pt x="44" y="183"/>
                      </a:lnTo>
                      <a:cubicBezTo>
                        <a:pt x="44" y="184"/>
                        <a:pt x="44" y="184"/>
                        <a:pt x="45" y="184"/>
                      </a:cubicBezTo>
                      <a:lnTo>
                        <a:pt x="45" y="185"/>
                      </a:lnTo>
                      <a:lnTo>
                        <a:pt x="46" y="185"/>
                      </a:lnTo>
                      <a:lnTo>
                        <a:pt x="46" y="185"/>
                      </a:lnTo>
                      <a:lnTo>
                        <a:pt x="47" y="186"/>
                      </a:lnTo>
                      <a:lnTo>
                        <a:pt x="48" y="186"/>
                      </a:lnTo>
                      <a:lnTo>
                        <a:pt x="48" y="186"/>
                      </a:lnTo>
                      <a:lnTo>
                        <a:pt x="48" y="186"/>
                      </a:lnTo>
                      <a:lnTo>
                        <a:pt x="49" y="186"/>
                      </a:lnTo>
                      <a:lnTo>
                        <a:pt x="49" y="186"/>
                      </a:lnTo>
                      <a:lnTo>
                        <a:pt x="50" y="186"/>
                      </a:lnTo>
                      <a:lnTo>
                        <a:pt x="50" y="186"/>
                      </a:lnTo>
                      <a:lnTo>
                        <a:pt x="51" y="186"/>
                      </a:lnTo>
                      <a:lnTo>
                        <a:pt x="51" y="186"/>
                      </a:lnTo>
                      <a:lnTo>
                        <a:pt x="52" y="186"/>
                      </a:lnTo>
                      <a:lnTo>
                        <a:pt x="52" y="186"/>
                      </a:lnTo>
                      <a:lnTo>
                        <a:pt x="52" y="186"/>
                      </a:lnTo>
                      <a:lnTo>
                        <a:pt x="53" y="186"/>
                      </a:lnTo>
                      <a:lnTo>
                        <a:pt x="53" y="186"/>
                      </a:lnTo>
                      <a:lnTo>
                        <a:pt x="53" y="186"/>
                      </a:lnTo>
                      <a:lnTo>
                        <a:pt x="53" y="186"/>
                      </a:lnTo>
                      <a:lnTo>
                        <a:pt x="53" y="186"/>
                      </a:lnTo>
                      <a:cubicBezTo>
                        <a:pt x="54" y="186"/>
                        <a:pt x="54" y="186"/>
                        <a:pt x="54" y="186"/>
                      </a:cubicBezTo>
                      <a:lnTo>
                        <a:pt x="54" y="186"/>
                      </a:lnTo>
                      <a:lnTo>
                        <a:pt x="54" y="186"/>
                      </a:lnTo>
                      <a:lnTo>
                        <a:pt x="54" y="186"/>
                      </a:lnTo>
                      <a:cubicBezTo>
                        <a:pt x="55" y="186"/>
                        <a:pt x="55" y="186"/>
                        <a:pt x="55" y="186"/>
                      </a:cubicBezTo>
                      <a:lnTo>
                        <a:pt x="55" y="186"/>
                      </a:lnTo>
                      <a:lnTo>
                        <a:pt x="55" y="186"/>
                      </a:lnTo>
                      <a:lnTo>
                        <a:pt x="55" y="186"/>
                      </a:lnTo>
                      <a:lnTo>
                        <a:pt x="55" y="186"/>
                      </a:lnTo>
                      <a:cubicBezTo>
                        <a:pt x="56" y="186"/>
                        <a:pt x="56" y="186"/>
                        <a:pt x="56" y="186"/>
                      </a:cubicBezTo>
                      <a:lnTo>
                        <a:pt x="56" y="186"/>
                      </a:lnTo>
                      <a:lnTo>
                        <a:pt x="56" y="186"/>
                      </a:lnTo>
                      <a:lnTo>
                        <a:pt x="56" y="185"/>
                      </a:lnTo>
                      <a:lnTo>
                        <a:pt x="56" y="185"/>
                      </a:lnTo>
                      <a:lnTo>
                        <a:pt x="56" y="185"/>
                      </a:lnTo>
                      <a:cubicBezTo>
                        <a:pt x="57" y="185"/>
                        <a:pt x="57" y="185"/>
                        <a:pt x="57" y="185"/>
                      </a:cubicBezTo>
                      <a:lnTo>
                        <a:pt x="57" y="185"/>
                      </a:lnTo>
                      <a:lnTo>
                        <a:pt x="57" y="185"/>
                      </a:lnTo>
                      <a:lnTo>
                        <a:pt x="57" y="185"/>
                      </a:lnTo>
                      <a:lnTo>
                        <a:pt x="57" y="185"/>
                      </a:lnTo>
                      <a:lnTo>
                        <a:pt x="57" y="185"/>
                      </a:lnTo>
                      <a:lnTo>
                        <a:pt x="57" y="185"/>
                      </a:lnTo>
                      <a:cubicBezTo>
                        <a:pt x="58" y="185"/>
                        <a:pt x="58" y="185"/>
                        <a:pt x="58" y="185"/>
                      </a:cubicBezTo>
                      <a:lnTo>
                        <a:pt x="58" y="185"/>
                      </a:lnTo>
                      <a:lnTo>
                        <a:pt x="58" y="185"/>
                      </a:lnTo>
                      <a:cubicBezTo>
                        <a:pt x="59" y="185"/>
                        <a:pt x="59" y="185"/>
                        <a:pt x="59" y="185"/>
                      </a:cubicBezTo>
                      <a:cubicBezTo>
                        <a:pt x="59" y="184"/>
                        <a:pt x="60" y="184"/>
                        <a:pt x="60" y="184"/>
                      </a:cubicBezTo>
                      <a:lnTo>
                        <a:pt x="60" y="184"/>
                      </a:lnTo>
                      <a:lnTo>
                        <a:pt x="60" y="184"/>
                      </a:lnTo>
                      <a:lnTo>
                        <a:pt x="60" y="184"/>
                      </a:lnTo>
                      <a:lnTo>
                        <a:pt x="61" y="184"/>
                      </a:lnTo>
                      <a:lnTo>
                        <a:pt x="61" y="184"/>
                      </a:lnTo>
                      <a:lnTo>
                        <a:pt x="61" y="184"/>
                      </a:lnTo>
                      <a:lnTo>
                        <a:pt x="61" y="184"/>
                      </a:lnTo>
                      <a:lnTo>
                        <a:pt x="61" y="184"/>
                      </a:lnTo>
                      <a:lnTo>
                        <a:pt x="61" y="184"/>
                      </a:lnTo>
                      <a:lnTo>
                        <a:pt x="61" y="183"/>
                      </a:lnTo>
                      <a:lnTo>
                        <a:pt x="62" y="183"/>
                      </a:lnTo>
                      <a:lnTo>
                        <a:pt x="62" y="183"/>
                      </a:lnTo>
                      <a:lnTo>
                        <a:pt x="62" y="183"/>
                      </a:lnTo>
                      <a:lnTo>
                        <a:pt x="62" y="183"/>
                      </a:lnTo>
                      <a:lnTo>
                        <a:pt x="62" y="183"/>
                      </a:lnTo>
                      <a:lnTo>
                        <a:pt x="63" y="183"/>
                      </a:lnTo>
                      <a:lnTo>
                        <a:pt x="63" y="182"/>
                      </a:lnTo>
                      <a:lnTo>
                        <a:pt x="63" y="182"/>
                      </a:lnTo>
                      <a:lnTo>
                        <a:pt x="64" y="182"/>
                      </a:lnTo>
                      <a:lnTo>
                        <a:pt x="64" y="182"/>
                      </a:lnTo>
                      <a:cubicBezTo>
                        <a:pt x="64" y="181"/>
                        <a:pt x="64" y="181"/>
                        <a:pt x="64" y="181"/>
                      </a:cubicBezTo>
                      <a:lnTo>
                        <a:pt x="64" y="181"/>
                      </a:lnTo>
                      <a:lnTo>
                        <a:pt x="65" y="181"/>
                      </a:lnTo>
                      <a:lnTo>
                        <a:pt x="65" y="181"/>
                      </a:lnTo>
                      <a:lnTo>
                        <a:pt x="65" y="180"/>
                      </a:lnTo>
                      <a:lnTo>
                        <a:pt x="65" y="180"/>
                      </a:lnTo>
                      <a:lnTo>
                        <a:pt x="65" y="180"/>
                      </a:lnTo>
                      <a:cubicBezTo>
                        <a:pt x="65" y="180"/>
                        <a:pt x="66" y="180"/>
                        <a:pt x="66" y="179"/>
                      </a:cubicBezTo>
                      <a:lnTo>
                        <a:pt x="66" y="179"/>
                      </a:lnTo>
                      <a:lnTo>
                        <a:pt x="66" y="179"/>
                      </a:lnTo>
                      <a:lnTo>
                        <a:pt x="66" y="179"/>
                      </a:lnTo>
                      <a:lnTo>
                        <a:pt x="66" y="179"/>
                      </a:lnTo>
                      <a:lnTo>
                        <a:pt x="66" y="179"/>
                      </a:lnTo>
                      <a:lnTo>
                        <a:pt x="66" y="179"/>
                      </a:lnTo>
                      <a:lnTo>
                        <a:pt x="66" y="179"/>
                      </a:lnTo>
                      <a:cubicBezTo>
                        <a:pt x="66" y="178"/>
                        <a:pt x="66" y="178"/>
                        <a:pt x="66" y="178"/>
                      </a:cubicBezTo>
                      <a:lnTo>
                        <a:pt x="66" y="178"/>
                      </a:lnTo>
                      <a:lnTo>
                        <a:pt x="66" y="178"/>
                      </a:lnTo>
                      <a:lnTo>
                        <a:pt x="66" y="17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19900" rIns="81625" bIns="199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51;p9"/>
                <p:cNvSpPr/>
                <p:nvPr/>
              </p:nvSpPr>
              <p:spPr>
                <a:xfrm>
                  <a:off x="6206378" y="1553501"/>
                  <a:ext cx="96146" cy="16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" h="104" extrusionOk="0">
                      <a:moveTo>
                        <a:pt x="0" y="28"/>
                      </a:moveTo>
                      <a:cubicBezTo>
                        <a:pt x="0" y="28"/>
                        <a:pt x="3" y="11"/>
                        <a:pt x="4" y="7"/>
                      </a:cubicBezTo>
                      <a:cubicBezTo>
                        <a:pt x="4" y="2"/>
                        <a:pt x="11" y="-1"/>
                        <a:pt x="14" y="0"/>
                      </a:cubicBezTo>
                      <a:cubicBezTo>
                        <a:pt x="18" y="1"/>
                        <a:pt x="25" y="6"/>
                        <a:pt x="25" y="10"/>
                      </a:cubicBezTo>
                      <a:cubicBezTo>
                        <a:pt x="26" y="14"/>
                        <a:pt x="24" y="19"/>
                        <a:pt x="24" y="19"/>
                      </a:cubicBezTo>
                      <a:cubicBezTo>
                        <a:pt x="24" y="19"/>
                        <a:pt x="37" y="20"/>
                        <a:pt x="39" y="26"/>
                      </a:cubicBezTo>
                      <a:cubicBezTo>
                        <a:pt x="41" y="33"/>
                        <a:pt x="35" y="45"/>
                        <a:pt x="35" y="45"/>
                      </a:cubicBezTo>
                      <a:cubicBezTo>
                        <a:pt x="35" y="45"/>
                        <a:pt x="45" y="50"/>
                        <a:pt x="46" y="55"/>
                      </a:cubicBezTo>
                      <a:cubicBezTo>
                        <a:pt x="47" y="59"/>
                        <a:pt x="48" y="60"/>
                        <a:pt x="48" y="60"/>
                      </a:cubicBezTo>
                      <a:cubicBezTo>
                        <a:pt x="48" y="60"/>
                        <a:pt x="57" y="68"/>
                        <a:pt x="58" y="75"/>
                      </a:cubicBezTo>
                      <a:cubicBezTo>
                        <a:pt x="60" y="82"/>
                        <a:pt x="57" y="91"/>
                        <a:pt x="57" y="91"/>
                      </a:cubicBezTo>
                      <a:cubicBezTo>
                        <a:pt x="57" y="91"/>
                        <a:pt x="46" y="92"/>
                        <a:pt x="44" y="94"/>
                      </a:cubicBezTo>
                      <a:cubicBezTo>
                        <a:pt x="43" y="96"/>
                        <a:pt x="33" y="104"/>
                        <a:pt x="27" y="104"/>
                      </a:cubicBezTo>
                      <a:cubicBezTo>
                        <a:pt x="21" y="104"/>
                        <a:pt x="19" y="96"/>
                        <a:pt x="19" y="96"/>
                      </a:cubicBezTo>
                      <a:cubicBezTo>
                        <a:pt x="19" y="96"/>
                        <a:pt x="15" y="99"/>
                        <a:pt x="11" y="97"/>
                      </a:cubicBezTo>
                      <a:cubicBezTo>
                        <a:pt x="7" y="94"/>
                        <a:pt x="4" y="87"/>
                        <a:pt x="6" y="85"/>
                      </a:cubicBezTo>
                      <a:lnTo>
                        <a:pt x="13" y="72"/>
                      </a:lnTo>
                      <a:cubicBezTo>
                        <a:pt x="13" y="72"/>
                        <a:pt x="7" y="69"/>
                        <a:pt x="4" y="67"/>
                      </a:cubicBezTo>
                      <a:cubicBezTo>
                        <a:pt x="3" y="65"/>
                        <a:pt x="1" y="53"/>
                        <a:pt x="2" y="50"/>
                      </a:cubicBezTo>
                      <a:cubicBezTo>
                        <a:pt x="4" y="46"/>
                        <a:pt x="10" y="34"/>
                        <a:pt x="10" y="34"/>
                      </a:cubicBezTo>
                      <a:cubicBezTo>
                        <a:pt x="10" y="34"/>
                        <a:pt x="2" y="34"/>
                        <a:pt x="0" y="28"/>
                      </a:cubicBez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9"/>
                <p:cNvSpPr/>
                <p:nvPr/>
              </p:nvSpPr>
              <p:spPr>
                <a:xfrm>
                  <a:off x="5875569" y="1814231"/>
                  <a:ext cx="453027" cy="57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352" extrusionOk="0">
                      <a:moveTo>
                        <a:pt x="0" y="184"/>
                      </a:moveTo>
                      <a:cubicBezTo>
                        <a:pt x="0" y="184"/>
                        <a:pt x="45" y="186"/>
                        <a:pt x="80" y="186"/>
                      </a:cubicBezTo>
                      <a:cubicBezTo>
                        <a:pt x="108" y="186"/>
                        <a:pt x="185" y="173"/>
                        <a:pt x="185" y="173"/>
                      </a:cubicBezTo>
                      <a:cubicBezTo>
                        <a:pt x="185" y="173"/>
                        <a:pt x="191" y="67"/>
                        <a:pt x="188" y="50"/>
                      </a:cubicBezTo>
                      <a:cubicBezTo>
                        <a:pt x="185" y="32"/>
                        <a:pt x="185" y="0"/>
                        <a:pt x="185" y="0"/>
                      </a:cubicBezTo>
                      <a:cubicBezTo>
                        <a:pt x="185" y="0"/>
                        <a:pt x="197" y="27"/>
                        <a:pt x="229" y="18"/>
                      </a:cubicBezTo>
                      <a:cubicBezTo>
                        <a:pt x="261" y="9"/>
                        <a:pt x="259" y="1"/>
                        <a:pt x="259" y="1"/>
                      </a:cubicBezTo>
                      <a:cubicBezTo>
                        <a:pt x="259" y="1"/>
                        <a:pt x="281" y="172"/>
                        <a:pt x="278" y="208"/>
                      </a:cubicBezTo>
                      <a:cubicBezTo>
                        <a:pt x="275" y="245"/>
                        <a:pt x="217" y="269"/>
                        <a:pt x="176" y="289"/>
                      </a:cubicBezTo>
                      <a:cubicBezTo>
                        <a:pt x="136" y="309"/>
                        <a:pt x="32" y="352"/>
                        <a:pt x="32" y="352"/>
                      </a:cubicBezTo>
                      <a:lnTo>
                        <a:pt x="0" y="18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9"/>
                <p:cNvSpPr/>
                <p:nvPr/>
              </p:nvSpPr>
              <p:spPr>
                <a:xfrm>
                  <a:off x="5349208" y="2112440"/>
                  <a:ext cx="622505" cy="972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" h="597" extrusionOk="0">
                      <a:moveTo>
                        <a:pt x="119" y="21"/>
                      </a:moveTo>
                      <a:cubicBezTo>
                        <a:pt x="119" y="21"/>
                        <a:pt x="228" y="8"/>
                        <a:pt x="272" y="2"/>
                      </a:cubicBezTo>
                      <a:cubicBezTo>
                        <a:pt x="317" y="-3"/>
                        <a:pt x="347" y="2"/>
                        <a:pt x="349" y="2"/>
                      </a:cubicBezTo>
                      <a:cubicBezTo>
                        <a:pt x="351" y="2"/>
                        <a:pt x="388" y="93"/>
                        <a:pt x="382" y="196"/>
                      </a:cubicBezTo>
                      <a:cubicBezTo>
                        <a:pt x="376" y="299"/>
                        <a:pt x="374" y="504"/>
                        <a:pt x="374" y="504"/>
                      </a:cubicBezTo>
                      <a:cubicBezTo>
                        <a:pt x="374" y="504"/>
                        <a:pt x="333" y="612"/>
                        <a:pt x="186" y="595"/>
                      </a:cubicBezTo>
                      <a:cubicBezTo>
                        <a:pt x="167" y="592"/>
                        <a:pt x="148" y="589"/>
                        <a:pt x="130" y="584"/>
                      </a:cubicBezTo>
                      <a:cubicBezTo>
                        <a:pt x="119" y="581"/>
                        <a:pt x="94" y="578"/>
                        <a:pt x="89" y="567"/>
                      </a:cubicBezTo>
                      <a:cubicBezTo>
                        <a:pt x="88" y="563"/>
                        <a:pt x="88" y="558"/>
                        <a:pt x="88" y="553"/>
                      </a:cubicBezTo>
                      <a:cubicBezTo>
                        <a:pt x="89" y="528"/>
                        <a:pt x="91" y="504"/>
                        <a:pt x="92" y="479"/>
                      </a:cubicBezTo>
                      <a:cubicBezTo>
                        <a:pt x="86" y="500"/>
                        <a:pt x="80" y="521"/>
                        <a:pt x="74" y="541"/>
                      </a:cubicBezTo>
                      <a:cubicBezTo>
                        <a:pt x="73" y="546"/>
                        <a:pt x="72" y="550"/>
                        <a:pt x="68" y="554"/>
                      </a:cubicBezTo>
                      <a:cubicBezTo>
                        <a:pt x="65" y="558"/>
                        <a:pt x="42" y="557"/>
                        <a:pt x="43" y="550"/>
                      </a:cubicBezTo>
                      <a:cubicBezTo>
                        <a:pt x="44" y="549"/>
                        <a:pt x="71" y="364"/>
                        <a:pt x="65" y="341"/>
                      </a:cubicBezTo>
                      <a:cubicBezTo>
                        <a:pt x="59" y="319"/>
                        <a:pt x="0" y="126"/>
                        <a:pt x="0" y="125"/>
                      </a:cubicBezTo>
                      <a:cubicBezTo>
                        <a:pt x="0" y="124"/>
                        <a:pt x="36" y="72"/>
                        <a:pt x="36" y="72"/>
                      </a:cubicBezTo>
                      <a:lnTo>
                        <a:pt x="119" y="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154;p9"/>
                <p:cNvSpPr/>
                <p:nvPr/>
              </p:nvSpPr>
              <p:spPr>
                <a:xfrm>
                  <a:off x="5681647" y="4181981"/>
                  <a:ext cx="382955" cy="273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68" extrusionOk="0">
                      <a:moveTo>
                        <a:pt x="0" y="31"/>
                      </a:moveTo>
                      <a:lnTo>
                        <a:pt x="235" y="168"/>
                      </a:lnTo>
                      <a:lnTo>
                        <a:pt x="235" y="138"/>
                      </a:lnTo>
                      <a:lnTo>
                        <a:pt x="0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14025" rIns="81625" bIns="140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155;p9"/>
                <p:cNvSpPr/>
                <p:nvPr/>
              </p:nvSpPr>
              <p:spPr>
                <a:xfrm>
                  <a:off x="6064603" y="4100503"/>
                  <a:ext cx="526359" cy="35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218" extrusionOk="0">
                      <a:moveTo>
                        <a:pt x="0" y="188"/>
                      </a:moveTo>
                      <a:lnTo>
                        <a:pt x="0" y="218"/>
                      </a:lnTo>
                      <a:lnTo>
                        <a:pt x="323" y="30"/>
                      </a:lnTo>
                      <a:lnTo>
                        <a:pt x="323" y="0"/>
                      </a:lnTo>
                      <a:lnTo>
                        <a:pt x="0" y="1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30375" rIns="81625" bIns="303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" name="Google Shape;156;p9"/>
                <p:cNvSpPr/>
                <p:nvPr/>
              </p:nvSpPr>
              <p:spPr>
                <a:xfrm>
                  <a:off x="5681647" y="3875624"/>
                  <a:ext cx="909314" cy="531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" h="326" extrusionOk="0">
                      <a:moveTo>
                        <a:pt x="0" y="188"/>
                      </a:moveTo>
                      <a:lnTo>
                        <a:pt x="235" y="326"/>
                      </a:lnTo>
                      <a:lnTo>
                        <a:pt x="558" y="138"/>
                      </a:lnTo>
                      <a:lnTo>
                        <a:pt x="323" y="0"/>
                      </a:lnTo>
                      <a:lnTo>
                        <a:pt x="0" y="1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9"/>
                <p:cNvSpPr/>
                <p:nvPr/>
              </p:nvSpPr>
              <p:spPr>
                <a:xfrm>
                  <a:off x="5681647" y="4084207"/>
                  <a:ext cx="443250" cy="265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163" extrusionOk="0">
                      <a:moveTo>
                        <a:pt x="272" y="163"/>
                      </a:moveTo>
                      <a:lnTo>
                        <a:pt x="175" y="163"/>
                      </a:lnTo>
                      <a:lnTo>
                        <a:pt x="0" y="60"/>
                      </a:lnTo>
                      <a:lnTo>
                        <a:pt x="103" y="0"/>
                      </a:lnTo>
                      <a:lnTo>
                        <a:pt x="103" y="62"/>
                      </a:lnTo>
                      <a:lnTo>
                        <a:pt x="272" y="16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12400" rIns="81625" bIns="124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9"/>
                <p:cNvSpPr/>
                <p:nvPr/>
              </p:nvSpPr>
              <p:spPr>
                <a:xfrm>
                  <a:off x="5849496" y="3166765"/>
                  <a:ext cx="275402" cy="1183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726" extrusionOk="0">
                      <a:moveTo>
                        <a:pt x="0" y="625"/>
                      </a:moveTo>
                      <a:lnTo>
                        <a:pt x="169" y="726"/>
                      </a:lnTo>
                      <a:lnTo>
                        <a:pt x="169" y="75"/>
                      </a:lnTo>
                      <a:lnTo>
                        <a:pt x="0" y="0"/>
                      </a:lnTo>
                      <a:lnTo>
                        <a:pt x="0" y="62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9"/>
                <p:cNvSpPr/>
                <p:nvPr/>
              </p:nvSpPr>
              <p:spPr>
                <a:xfrm>
                  <a:off x="6124898" y="3096694"/>
                  <a:ext cx="327549" cy="125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" h="769" extrusionOk="0">
                      <a:moveTo>
                        <a:pt x="0" y="118"/>
                      </a:moveTo>
                      <a:lnTo>
                        <a:pt x="0" y="769"/>
                      </a:lnTo>
                      <a:lnTo>
                        <a:pt x="201" y="651"/>
                      </a:lnTo>
                      <a:lnTo>
                        <a:pt x="201" y="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9"/>
                <p:cNvSpPr/>
                <p:nvPr/>
              </p:nvSpPr>
              <p:spPr>
                <a:xfrm>
                  <a:off x="5849496" y="3170024"/>
                  <a:ext cx="275402" cy="226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39" extrusionOk="0">
                      <a:moveTo>
                        <a:pt x="0" y="64"/>
                      </a:moveTo>
                      <a:lnTo>
                        <a:pt x="169" y="139"/>
                      </a:lnTo>
                      <a:lnTo>
                        <a:pt x="169" y="74"/>
                      </a:lnTo>
                      <a:lnTo>
                        <a:pt x="0" y="0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4550" rIns="81625" bIns="45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9"/>
                <p:cNvSpPr/>
                <p:nvPr/>
              </p:nvSpPr>
              <p:spPr>
                <a:xfrm>
                  <a:off x="6124898" y="3098324"/>
                  <a:ext cx="327549" cy="29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" h="183" extrusionOk="0">
                      <a:moveTo>
                        <a:pt x="0" y="118"/>
                      </a:moveTo>
                      <a:lnTo>
                        <a:pt x="0" y="183"/>
                      </a:lnTo>
                      <a:lnTo>
                        <a:pt x="201" y="65"/>
                      </a:lnTo>
                      <a:lnTo>
                        <a:pt x="201" y="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18925" rIns="81625" bIns="189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9"/>
                <p:cNvSpPr/>
                <p:nvPr/>
              </p:nvSpPr>
              <p:spPr>
                <a:xfrm>
                  <a:off x="5701202" y="3033141"/>
                  <a:ext cx="319401" cy="34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213" extrusionOk="0">
                      <a:moveTo>
                        <a:pt x="0" y="52"/>
                      </a:moveTo>
                      <a:lnTo>
                        <a:pt x="196" y="213"/>
                      </a:lnTo>
                      <a:lnTo>
                        <a:pt x="196" y="115"/>
                      </a:lnTo>
                      <a:lnTo>
                        <a:pt x="0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28725" rIns="81625" bIns="287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" name="Google Shape;163;p9"/>
                <p:cNvSpPr/>
                <p:nvPr/>
              </p:nvSpPr>
              <p:spPr>
                <a:xfrm>
                  <a:off x="6020604" y="2873445"/>
                  <a:ext cx="598061" cy="506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311" extrusionOk="0">
                      <a:moveTo>
                        <a:pt x="0" y="213"/>
                      </a:moveTo>
                      <a:lnTo>
                        <a:pt x="0" y="311"/>
                      </a:lnTo>
                      <a:lnTo>
                        <a:pt x="367" y="98"/>
                      </a:lnTo>
                      <a:lnTo>
                        <a:pt x="367" y="0"/>
                      </a:lnTo>
                      <a:lnTo>
                        <a:pt x="0" y="21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9"/>
                <p:cNvSpPr/>
                <p:nvPr/>
              </p:nvSpPr>
              <p:spPr>
                <a:xfrm>
                  <a:off x="5701202" y="2686045"/>
                  <a:ext cx="917462" cy="53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328" extrusionOk="0">
                      <a:moveTo>
                        <a:pt x="563" y="115"/>
                      </a:moveTo>
                      <a:lnTo>
                        <a:pt x="196" y="328"/>
                      </a:lnTo>
                      <a:lnTo>
                        <a:pt x="168" y="312"/>
                      </a:lnTo>
                      <a:lnTo>
                        <a:pt x="0" y="213"/>
                      </a:lnTo>
                      <a:lnTo>
                        <a:pt x="2" y="212"/>
                      </a:lnTo>
                      <a:lnTo>
                        <a:pt x="367" y="0"/>
                      </a:lnTo>
                      <a:lnTo>
                        <a:pt x="563" y="11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9"/>
                <p:cNvSpPr/>
                <p:nvPr/>
              </p:nvSpPr>
              <p:spPr>
                <a:xfrm>
                  <a:off x="6238970" y="2721896"/>
                  <a:ext cx="316141" cy="177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109" extrusionOk="0">
                      <a:moveTo>
                        <a:pt x="194" y="88"/>
                      </a:moveTo>
                      <a:lnTo>
                        <a:pt x="168" y="109"/>
                      </a:lnTo>
                      <a:lnTo>
                        <a:pt x="0" y="10"/>
                      </a:lnTo>
                      <a:lnTo>
                        <a:pt x="17" y="0"/>
                      </a:lnTo>
                      <a:lnTo>
                        <a:pt x="55" y="0"/>
                      </a:lnTo>
                      <a:lnTo>
                        <a:pt x="194" y="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" name="Google Shape;166;p9"/>
                <p:cNvSpPr/>
                <p:nvPr/>
              </p:nvSpPr>
              <p:spPr>
                <a:xfrm>
                  <a:off x="5701202" y="3031512"/>
                  <a:ext cx="309623" cy="162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00" extrusionOk="0">
                      <a:moveTo>
                        <a:pt x="190" y="100"/>
                      </a:moveTo>
                      <a:lnTo>
                        <a:pt x="168" y="100"/>
                      </a:ln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40" y="0"/>
                      </a:lnTo>
                      <a:lnTo>
                        <a:pt x="190" y="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9"/>
                <p:cNvSpPr/>
                <p:nvPr/>
              </p:nvSpPr>
              <p:spPr>
                <a:xfrm>
                  <a:off x="6149342" y="3306907"/>
                  <a:ext cx="270513" cy="84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519" extrusionOk="0">
                      <a:moveTo>
                        <a:pt x="166" y="0"/>
                      </a:moveTo>
                      <a:lnTo>
                        <a:pt x="166" y="423"/>
                      </a:lnTo>
                      <a:lnTo>
                        <a:pt x="0" y="519"/>
                      </a:lnTo>
                      <a:lnTo>
                        <a:pt x="0" y="96"/>
                      </a:lnTo>
                      <a:lnTo>
                        <a:pt x="149" y="11"/>
                      </a:lnTo>
                      <a:lnTo>
                        <a:pt x="16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" name="Google Shape;168;p9"/>
                <p:cNvSpPr/>
                <p:nvPr/>
              </p:nvSpPr>
              <p:spPr>
                <a:xfrm>
                  <a:off x="6392153" y="3306907"/>
                  <a:ext cx="27703" cy="689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423" extrusionOk="0">
                      <a:moveTo>
                        <a:pt x="17" y="0"/>
                      </a:moveTo>
                      <a:lnTo>
                        <a:pt x="17" y="423"/>
                      </a:lnTo>
                      <a:lnTo>
                        <a:pt x="0" y="412"/>
                      </a:lnTo>
                      <a:lnTo>
                        <a:pt x="0" y="11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" name="Google Shape;169;p9"/>
                <p:cNvSpPr/>
                <p:nvPr/>
              </p:nvSpPr>
              <p:spPr>
                <a:xfrm>
                  <a:off x="6149342" y="3978286"/>
                  <a:ext cx="270513" cy="174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07" extrusionOk="0">
                      <a:moveTo>
                        <a:pt x="166" y="11"/>
                      </a:moveTo>
                      <a:lnTo>
                        <a:pt x="0" y="107"/>
                      </a:lnTo>
                      <a:lnTo>
                        <a:pt x="0" y="86"/>
                      </a:lnTo>
                      <a:lnTo>
                        <a:pt x="149" y="0"/>
                      </a:lnTo>
                      <a:lnTo>
                        <a:pt x="166" y="1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9"/>
                <p:cNvSpPr/>
                <p:nvPr/>
              </p:nvSpPr>
              <p:spPr>
                <a:xfrm>
                  <a:off x="6183564" y="3451938"/>
                  <a:ext cx="149923" cy="519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319" extrusionOk="0">
                      <a:moveTo>
                        <a:pt x="0" y="54"/>
                      </a:moveTo>
                      <a:lnTo>
                        <a:pt x="0" y="319"/>
                      </a:lnTo>
                      <a:lnTo>
                        <a:pt x="92" y="265"/>
                      </a:lnTo>
                      <a:lnTo>
                        <a:pt x="9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9"/>
                <p:cNvSpPr/>
                <p:nvPr/>
              </p:nvSpPr>
              <p:spPr>
                <a:xfrm>
                  <a:off x="6333487" y="3435643"/>
                  <a:ext cx="29333" cy="46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286" extrusionOk="0">
                      <a:moveTo>
                        <a:pt x="18" y="0"/>
                      </a:moveTo>
                      <a:lnTo>
                        <a:pt x="18" y="286"/>
                      </a:lnTo>
                      <a:lnTo>
                        <a:pt x="0" y="275"/>
                      </a:lnTo>
                      <a:lnTo>
                        <a:pt x="0" y="1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72;p9"/>
                <p:cNvSpPr/>
                <p:nvPr/>
              </p:nvSpPr>
              <p:spPr>
                <a:xfrm>
                  <a:off x="6183564" y="3883771"/>
                  <a:ext cx="179255" cy="122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75" extrusionOk="0">
                      <a:moveTo>
                        <a:pt x="110" y="11"/>
                      </a:moveTo>
                      <a:lnTo>
                        <a:pt x="0" y="75"/>
                      </a:lnTo>
                      <a:lnTo>
                        <a:pt x="0" y="54"/>
                      </a:lnTo>
                      <a:lnTo>
                        <a:pt x="92" y="0"/>
                      </a:lnTo>
                      <a:lnTo>
                        <a:pt x="110" y="1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Google Shape;173;p9"/>
                <p:cNvSpPr/>
                <p:nvPr/>
              </p:nvSpPr>
              <p:spPr>
                <a:xfrm>
                  <a:off x="6199860" y="2813151"/>
                  <a:ext cx="154812" cy="91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56" extrusionOk="0">
                      <a:moveTo>
                        <a:pt x="81" y="48"/>
                      </a:moveTo>
                      <a:cubicBezTo>
                        <a:pt x="63" y="59"/>
                        <a:pt x="33" y="59"/>
                        <a:pt x="14" y="48"/>
                      </a:cubicBezTo>
                      <a:cubicBezTo>
                        <a:pt x="-5" y="37"/>
                        <a:pt x="-5" y="20"/>
                        <a:pt x="14" y="9"/>
                      </a:cubicBezTo>
                      <a:cubicBezTo>
                        <a:pt x="32" y="-2"/>
                        <a:pt x="62" y="-2"/>
                        <a:pt x="81" y="9"/>
                      </a:cubicBezTo>
                      <a:cubicBezTo>
                        <a:pt x="100" y="20"/>
                        <a:pt x="100" y="37"/>
                        <a:pt x="81" y="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63A2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63A2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" name="Google Shape;176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3392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" name="Google Shape;177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1382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178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E372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C362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9352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7341F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321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" name="Google Shape;183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2311D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" name="Google Shape;184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F301D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85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C2F1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A2E1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2D1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52C1A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22B1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" name="Google Shape;190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02A1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D291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A2817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82716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2516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32415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231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E221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B211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9"/>
                <p:cNvSpPr/>
                <p:nvPr/>
              </p:nvSpPr>
              <p:spPr>
                <a:xfrm>
                  <a:off x="6380745" y="2855519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9201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9"/>
                <p:cNvSpPr/>
                <p:nvPr/>
              </p:nvSpPr>
              <p:spPr>
                <a:xfrm>
                  <a:off x="6248748" y="2805003"/>
                  <a:ext cx="122220" cy="70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3" extrusionOk="0">
                      <a:moveTo>
                        <a:pt x="75" y="21"/>
                      </a:moveTo>
                      <a:cubicBezTo>
                        <a:pt x="75" y="33"/>
                        <a:pt x="58" y="43"/>
                        <a:pt x="37" y="43"/>
                      </a:cubicBezTo>
                      <a:cubicBezTo>
                        <a:pt x="16" y="42"/>
                        <a:pt x="0" y="33"/>
                        <a:pt x="0" y="21"/>
                      </a:cubicBezTo>
                      <a:cubicBezTo>
                        <a:pt x="1" y="9"/>
                        <a:pt x="18" y="-1"/>
                        <a:pt x="38" y="0"/>
                      </a:cubicBezTo>
                      <a:cubicBezTo>
                        <a:pt x="59" y="0"/>
                        <a:pt x="75" y="10"/>
                        <a:pt x="75" y="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9"/>
                <p:cNvSpPr/>
                <p:nvPr/>
              </p:nvSpPr>
              <p:spPr>
                <a:xfrm>
                  <a:off x="6291117" y="2666491"/>
                  <a:ext cx="259106" cy="21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" h="131" extrusionOk="0">
                      <a:moveTo>
                        <a:pt x="0" y="37"/>
                      </a:moveTo>
                      <a:lnTo>
                        <a:pt x="159" y="131"/>
                      </a:lnTo>
                      <a:lnTo>
                        <a:pt x="159" y="70"/>
                      </a:lnTo>
                      <a:lnTo>
                        <a:pt x="0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1950" rIns="81625" bIns="19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9"/>
                <p:cNvSpPr/>
                <p:nvPr/>
              </p:nvSpPr>
              <p:spPr>
                <a:xfrm>
                  <a:off x="6010826" y="2769153"/>
                  <a:ext cx="562210" cy="425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261" extrusionOk="0">
                      <a:moveTo>
                        <a:pt x="0" y="200"/>
                      </a:moveTo>
                      <a:lnTo>
                        <a:pt x="0" y="261"/>
                      </a:lnTo>
                      <a:lnTo>
                        <a:pt x="345" y="60"/>
                      </a:lnTo>
                      <a:lnTo>
                        <a:pt x="345" y="0"/>
                      </a:lnTo>
                      <a:lnTo>
                        <a:pt x="0" y="2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9"/>
                <p:cNvSpPr/>
                <p:nvPr/>
              </p:nvSpPr>
              <p:spPr>
                <a:xfrm>
                  <a:off x="5750090" y="2967959"/>
                  <a:ext cx="281920" cy="12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78" extrusionOk="0">
                      <a:moveTo>
                        <a:pt x="173" y="70"/>
                      </a:moveTo>
                      <a:lnTo>
                        <a:pt x="160" y="78"/>
                      </a:lnTo>
                      <a:lnTo>
                        <a:pt x="0" y="8"/>
                      </a:lnTo>
                      <a:lnTo>
                        <a:pt x="14" y="0"/>
                      </a:lnTo>
                      <a:lnTo>
                        <a:pt x="173" y="7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>
                  <a:off x="6292721" y="2655058"/>
                  <a:ext cx="281920" cy="12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78" extrusionOk="0">
                      <a:moveTo>
                        <a:pt x="173" y="71"/>
                      </a:moveTo>
                      <a:lnTo>
                        <a:pt x="159" y="78"/>
                      </a:lnTo>
                      <a:lnTo>
                        <a:pt x="0" y="8"/>
                      </a:lnTo>
                      <a:lnTo>
                        <a:pt x="13" y="0"/>
                      </a:lnTo>
                      <a:lnTo>
                        <a:pt x="173" y="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" name="Google Shape;205;p9"/>
                <p:cNvSpPr/>
                <p:nvPr/>
              </p:nvSpPr>
              <p:spPr>
                <a:xfrm>
                  <a:off x="5989615" y="2770756"/>
                  <a:ext cx="562210" cy="325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200" extrusionOk="0">
                      <a:moveTo>
                        <a:pt x="0" y="192"/>
                      </a:moveTo>
                      <a:lnTo>
                        <a:pt x="14" y="200"/>
                      </a:lnTo>
                      <a:lnTo>
                        <a:pt x="345" y="7"/>
                      </a:lnTo>
                      <a:lnTo>
                        <a:pt x="332" y="0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81625" tIns="24500" rIns="81625" bIns="245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9"/>
                <p:cNvSpPr/>
                <p:nvPr/>
              </p:nvSpPr>
              <p:spPr>
                <a:xfrm>
                  <a:off x="5750090" y="2980996"/>
                  <a:ext cx="260735" cy="21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31" extrusionOk="0">
                      <a:moveTo>
                        <a:pt x="0" y="36"/>
                      </a:moveTo>
                      <a:lnTo>
                        <a:pt x="160" y="131"/>
                      </a:lnTo>
                      <a:lnTo>
                        <a:pt x="160" y="70"/>
                      </a:lnTo>
                      <a:lnTo>
                        <a:pt x="0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1950" rIns="81625" bIns="19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9"/>
                <p:cNvSpPr/>
                <p:nvPr/>
              </p:nvSpPr>
              <p:spPr>
                <a:xfrm>
                  <a:off x="5536612" y="2114070"/>
                  <a:ext cx="311253" cy="598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367" extrusionOk="0">
                      <a:moveTo>
                        <a:pt x="181" y="114"/>
                      </a:moveTo>
                      <a:cubicBezTo>
                        <a:pt x="182" y="120"/>
                        <a:pt x="183" y="125"/>
                        <a:pt x="183" y="131"/>
                      </a:cubicBezTo>
                      <a:cubicBezTo>
                        <a:pt x="185" y="157"/>
                        <a:pt x="190" y="183"/>
                        <a:pt x="191" y="210"/>
                      </a:cubicBezTo>
                      <a:cubicBezTo>
                        <a:pt x="192" y="249"/>
                        <a:pt x="183" y="287"/>
                        <a:pt x="177" y="325"/>
                      </a:cubicBezTo>
                      <a:cubicBezTo>
                        <a:pt x="176" y="332"/>
                        <a:pt x="175" y="365"/>
                        <a:pt x="171" y="367"/>
                      </a:cubicBezTo>
                      <a:cubicBezTo>
                        <a:pt x="173" y="366"/>
                        <a:pt x="152" y="345"/>
                        <a:pt x="151" y="343"/>
                      </a:cubicBezTo>
                      <a:cubicBezTo>
                        <a:pt x="121" y="309"/>
                        <a:pt x="94" y="272"/>
                        <a:pt x="68" y="235"/>
                      </a:cubicBezTo>
                      <a:cubicBezTo>
                        <a:pt x="47" y="203"/>
                        <a:pt x="24" y="170"/>
                        <a:pt x="16" y="133"/>
                      </a:cubicBezTo>
                      <a:cubicBezTo>
                        <a:pt x="15" y="124"/>
                        <a:pt x="13" y="115"/>
                        <a:pt x="11" y="106"/>
                      </a:cubicBezTo>
                      <a:cubicBezTo>
                        <a:pt x="7" y="82"/>
                        <a:pt x="2" y="59"/>
                        <a:pt x="0" y="35"/>
                      </a:cubicBezTo>
                      <a:cubicBezTo>
                        <a:pt x="0" y="31"/>
                        <a:pt x="-1" y="27"/>
                        <a:pt x="1" y="24"/>
                      </a:cubicBezTo>
                      <a:cubicBezTo>
                        <a:pt x="4" y="17"/>
                        <a:pt x="12" y="17"/>
                        <a:pt x="19" y="16"/>
                      </a:cubicBezTo>
                      <a:cubicBezTo>
                        <a:pt x="26" y="14"/>
                        <a:pt x="33" y="10"/>
                        <a:pt x="41" y="7"/>
                      </a:cubicBezTo>
                      <a:cubicBezTo>
                        <a:pt x="63" y="0"/>
                        <a:pt x="86" y="-1"/>
                        <a:pt x="109" y="3"/>
                      </a:cubicBezTo>
                      <a:cubicBezTo>
                        <a:pt x="116" y="4"/>
                        <a:pt x="123" y="6"/>
                        <a:pt x="129" y="10"/>
                      </a:cubicBezTo>
                      <a:cubicBezTo>
                        <a:pt x="136" y="15"/>
                        <a:pt x="141" y="23"/>
                        <a:pt x="145" y="31"/>
                      </a:cubicBezTo>
                      <a:cubicBezTo>
                        <a:pt x="150" y="43"/>
                        <a:pt x="156" y="56"/>
                        <a:pt x="162" y="68"/>
                      </a:cubicBezTo>
                      <a:cubicBezTo>
                        <a:pt x="169" y="83"/>
                        <a:pt x="177" y="98"/>
                        <a:pt x="181" y="11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9"/>
                <p:cNvSpPr/>
                <p:nvPr/>
              </p:nvSpPr>
              <p:spPr>
                <a:xfrm>
                  <a:off x="5564315" y="2154809"/>
                  <a:ext cx="278661" cy="609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374" extrusionOk="0">
                      <a:moveTo>
                        <a:pt x="127" y="49"/>
                      </a:moveTo>
                      <a:cubicBezTo>
                        <a:pt x="127" y="45"/>
                        <a:pt x="127" y="41"/>
                        <a:pt x="127" y="37"/>
                      </a:cubicBezTo>
                      <a:cubicBezTo>
                        <a:pt x="127" y="32"/>
                        <a:pt x="126" y="26"/>
                        <a:pt x="126" y="20"/>
                      </a:cubicBezTo>
                      <a:cubicBezTo>
                        <a:pt x="126" y="13"/>
                        <a:pt x="126" y="6"/>
                        <a:pt x="121" y="1"/>
                      </a:cubicBezTo>
                      <a:cubicBezTo>
                        <a:pt x="121" y="0"/>
                        <a:pt x="121" y="0"/>
                        <a:pt x="120" y="0"/>
                      </a:cubicBezTo>
                      <a:cubicBezTo>
                        <a:pt x="119" y="0"/>
                        <a:pt x="118" y="1"/>
                        <a:pt x="118" y="2"/>
                      </a:cubicBezTo>
                      <a:cubicBezTo>
                        <a:pt x="114" y="10"/>
                        <a:pt x="108" y="16"/>
                        <a:pt x="100" y="20"/>
                      </a:cubicBezTo>
                      <a:cubicBezTo>
                        <a:pt x="96" y="22"/>
                        <a:pt x="91" y="24"/>
                        <a:pt x="85" y="26"/>
                      </a:cubicBezTo>
                      <a:cubicBezTo>
                        <a:pt x="82" y="27"/>
                        <a:pt x="78" y="27"/>
                        <a:pt x="75" y="28"/>
                      </a:cubicBezTo>
                      <a:cubicBezTo>
                        <a:pt x="71" y="30"/>
                        <a:pt x="70" y="34"/>
                        <a:pt x="67" y="37"/>
                      </a:cubicBezTo>
                      <a:cubicBezTo>
                        <a:pt x="64" y="41"/>
                        <a:pt x="59" y="40"/>
                        <a:pt x="55" y="39"/>
                      </a:cubicBezTo>
                      <a:cubicBezTo>
                        <a:pt x="47" y="37"/>
                        <a:pt x="39" y="34"/>
                        <a:pt x="32" y="30"/>
                      </a:cubicBezTo>
                      <a:cubicBezTo>
                        <a:pt x="22" y="25"/>
                        <a:pt x="12" y="18"/>
                        <a:pt x="0" y="15"/>
                      </a:cubicBezTo>
                      <a:cubicBezTo>
                        <a:pt x="5" y="23"/>
                        <a:pt x="11" y="30"/>
                        <a:pt x="16" y="37"/>
                      </a:cubicBezTo>
                      <a:cubicBezTo>
                        <a:pt x="25" y="49"/>
                        <a:pt x="34" y="59"/>
                        <a:pt x="44" y="68"/>
                      </a:cubicBezTo>
                      <a:cubicBezTo>
                        <a:pt x="50" y="73"/>
                        <a:pt x="55" y="76"/>
                        <a:pt x="61" y="80"/>
                      </a:cubicBezTo>
                      <a:cubicBezTo>
                        <a:pt x="64" y="82"/>
                        <a:pt x="65" y="82"/>
                        <a:pt x="69" y="83"/>
                      </a:cubicBezTo>
                      <a:cubicBezTo>
                        <a:pt x="70" y="83"/>
                        <a:pt x="80" y="83"/>
                        <a:pt x="80" y="84"/>
                      </a:cubicBezTo>
                      <a:cubicBezTo>
                        <a:pt x="82" y="93"/>
                        <a:pt x="83" y="102"/>
                        <a:pt x="84" y="111"/>
                      </a:cubicBezTo>
                      <a:cubicBezTo>
                        <a:pt x="86" y="127"/>
                        <a:pt x="89" y="143"/>
                        <a:pt x="91" y="159"/>
                      </a:cubicBezTo>
                      <a:cubicBezTo>
                        <a:pt x="96" y="193"/>
                        <a:pt x="102" y="227"/>
                        <a:pt x="107" y="261"/>
                      </a:cubicBezTo>
                      <a:cubicBezTo>
                        <a:pt x="110" y="278"/>
                        <a:pt x="112" y="296"/>
                        <a:pt x="115" y="314"/>
                      </a:cubicBezTo>
                      <a:cubicBezTo>
                        <a:pt x="116" y="322"/>
                        <a:pt x="118" y="330"/>
                        <a:pt x="119" y="339"/>
                      </a:cubicBezTo>
                      <a:cubicBezTo>
                        <a:pt x="119" y="343"/>
                        <a:pt x="120" y="347"/>
                        <a:pt x="123" y="350"/>
                      </a:cubicBezTo>
                      <a:cubicBezTo>
                        <a:pt x="126" y="354"/>
                        <a:pt x="129" y="356"/>
                        <a:pt x="132" y="360"/>
                      </a:cubicBezTo>
                      <a:cubicBezTo>
                        <a:pt x="134" y="361"/>
                        <a:pt x="135" y="363"/>
                        <a:pt x="137" y="365"/>
                      </a:cubicBezTo>
                      <a:cubicBezTo>
                        <a:pt x="139" y="367"/>
                        <a:pt x="143" y="369"/>
                        <a:pt x="146" y="370"/>
                      </a:cubicBezTo>
                      <a:cubicBezTo>
                        <a:pt x="149" y="371"/>
                        <a:pt x="151" y="372"/>
                        <a:pt x="154" y="373"/>
                      </a:cubicBezTo>
                      <a:cubicBezTo>
                        <a:pt x="155" y="373"/>
                        <a:pt x="157" y="374"/>
                        <a:pt x="158" y="374"/>
                      </a:cubicBezTo>
                      <a:cubicBezTo>
                        <a:pt x="163" y="374"/>
                        <a:pt x="168" y="369"/>
                        <a:pt x="169" y="365"/>
                      </a:cubicBezTo>
                      <a:cubicBezTo>
                        <a:pt x="173" y="357"/>
                        <a:pt x="171" y="350"/>
                        <a:pt x="168" y="343"/>
                      </a:cubicBezTo>
                      <a:cubicBezTo>
                        <a:pt x="165" y="335"/>
                        <a:pt x="164" y="326"/>
                        <a:pt x="163" y="318"/>
                      </a:cubicBezTo>
                      <a:cubicBezTo>
                        <a:pt x="159" y="301"/>
                        <a:pt x="155" y="283"/>
                        <a:pt x="151" y="266"/>
                      </a:cubicBezTo>
                      <a:cubicBezTo>
                        <a:pt x="144" y="234"/>
                        <a:pt x="136" y="203"/>
                        <a:pt x="128" y="171"/>
                      </a:cubicBezTo>
                      <a:cubicBezTo>
                        <a:pt x="126" y="165"/>
                        <a:pt x="125" y="159"/>
                        <a:pt x="123" y="153"/>
                      </a:cubicBezTo>
                      <a:cubicBezTo>
                        <a:pt x="123" y="151"/>
                        <a:pt x="121" y="148"/>
                        <a:pt x="121" y="145"/>
                      </a:cubicBezTo>
                      <a:cubicBezTo>
                        <a:pt x="121" y="143"/>
                        <a:pt x="122" y="140"/>
                        <a:pt x="122" y="138"/>
                      </a:cubicBezTo>
                      <a:cubicBezTo>
                        <a:pt x="123" y="126"/>
                        <a:pt x="122" y="114"/>
                        <a:pt x="120" y="102"/>
                      </a:cubicBezTo>
                      <a:cubicBezTo>
                        <a:pt x="119" y="95"/>
                        <a:pt x="117" y="87"/>
                        <a:pt x="118" y="80"/>
                      </a:cubicBezTo>
                      <a:cubicBezTo>
                        <a:pt x="118" y="70"/>
                        <a:pt x="123" y="61"/>
                        <a:pt x="126" y="52"/>
                      </a:cubicBezTo>
                      <a:cubicBezTo>
                        <a:pt x="126" y="51"/>
                        <a:pt x="127" y="50"/>
                        <a:pt x="127" y="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5730535" y="2112440"/>
                  <a:ext cx="167848" cy="731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449" extrusionOk="0">
                      <a:moveTo>
                        <a:pt x="26" y="12"/>
                      </a:moveTo>
                      <a:cubicBezTo>
                        <a:pt x="18" y="7"/>
                        <a:pt x="9" y="2"/>
                        <a:pt x="0" y="0"/>
                      </a:cubicBezTo>
                      <a:cubicBezTo>
                        <a:pt x="1" y="9"/>
                        <a:pt x="9" y="15"/>
                        <a:pt x="14" y="22"/>
                      </a:cubicBezTo>
                      <a:cubicBezTo>
                        <a:pt x="17" y="27"/>
                        <a:pt x="20" y="32"/>
                        <a:pt x="22" y="37"/>
                      </a:cubicBezTo>
                      <a:cubicBezTo>
                        <a:pt x="28" y="48"/>
                        <a:pt x="34" y="59"/>
                        <a:pt x="39" y="70"/>
                      </a:cubicBezTo>
                      <a:cubicBezTo>
                        <a:pt x="42" y="75"/>
                        <a:pt x="45" y="80"/>
                        <a:pt x="47" y="85"/>
                      </a:cubicBezTo>
                      <a:cubicBezTo>
                        <a:pt x="49" y="91"/>
                        <a:pt x="49" y="97"/>
                        <a:pt x="49" y="103"/>
                      </a:cubicBezTo>
                      <a:cubicBezTo>
                        <a:pt x="51" y="116"/>
                        <a:pt x="55" y="130"/>
                        <a:pt x="55" y="143"/>
                      </a:cubicBezTo>
                      <a:lnTo>
                        <a:pt x="55" y="449"/>
                      </a:lnTo>
                      <a:lnTo>
                        <a:pt x="88" y="294"/>
                      </a:lnTo>
                      <a:lnTo>
                        <a:pt x="103" y="152"/>
                      </a:lnTo>
                      <a:lnTo>
                        <a:pt x="78" y="133"/>
                      </a:lnTo>
                      <a:lnTo>
                        <a:pt x="93" y="108"/>
                      </a:lnTo>
                      <a:cubicBezTo>
                        <a:pt x="91" y="99"/>
                        <a:pt x="89" y="90"/>
                        <a:pt x="86" y="83"/>
                      </a:cubicBezTo>
                      <a:cubicBezTo>
                        <a:pt x="80" y="71"/>
                        <a:pt x="70" y="59"/>
                        <a:pt x="62" y="49"/>
                      </a:cubicBezTo>
                      <a:cubicBezTo>
                        <a:pt x="54" y="38"/>
                        <a:pt x="45" y="28"/>
                        <a:pt x="35" y="19"/>
                      </a:cubicBezTo>
                      <a:cubicBezTo>
                        <a:pt x="32" y="17"/>
                        <a:pt x="29" y="14"/>
                        <a:pt x="26" y="1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9"/>
                <p:cNvSpPr/>
                <p:nvPr/>
              </p:nvSpPr>
              <p:spPr>
                <a:xfrm>
                  <a:off x="5701202" y="2219991"/>
                  <a:ext cx="146664" cy="547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336" extrusionOk="0">
                      <a:moveTo>
                        <a:pt x="80" y="335"/>
                      </a:moveTo>
                      <a:cubicBezTo>
                        <a:pt x="76" y="337"/>
                        <a:pt x="70" y="337"/>
                        <a:pt x="65" y="336"/>
                      </a:cubicBezTo>
                      <a:cubicBezTo>
                        <a:pt x="63" y="336"/>
                        <a:pt x="61" y="336"/>
                        <a:pt x="59" y="335"/>
                      </a:cubicBezTo>
                      <a:cubicBezTo>
                        <a:pt x="55" y="333"/>
                        <a:pt x="53" y="330"/>
                        <a:pt x="51" y="327"/>
                      </a:cubicBezTo>
                      <a:cubicBezTo>
                        <a:pt x="48" y="323"/>
                        <a:pt x="43" y="319"/>
                        <a:pt x="42" y="315"/>
                      </a:cubicBezTo>
                      <a:cubicBezTo>
                        <a:pt x="41" y="312"/>
                        <a:pt x="41" y="308"/>
                        <a:pt x="41" y="305"/>
                      </a:cubicBezTo>
                      <a:cubicBezTo>
                        <a:pt x="40" y="298"/>
                        <a:pt x="39" y="291"/>
                        <a:pt x="38" y="283"/>
                      </a:cubicBezTo>
                      <a:cubicBezTo>
                        <a:pt x="35" y="268"/>
                        <a:pt x="33" y="252"/>
                        <a:pt x="31" y="236"/>
                      </a:cubicBezTo>
                      <a:cubicBezTo>
                        <a:pt x="26" y="202"/>
                        <a:pt x="21" y="169"/>
                        <a:pt x="16" y="136"/>
                      </a:cubicBezTo>
                      <a:cubicBezTo>
                        <a:pt x="13" y="110"/>
                        <a:pt x="9" y="85"/>
                        <a:pt x="5" y="59"/>
                      </a:cubicBezTo>
                      <a:cubicBezTo>
                        <a:pt x="4" y="52"/>
                        <a:pt x="3" y="46"/>
                        <a:pt x="2" y="39"/>
                      </a:cubicBezTo>
                      <a:cubicBezTo>
                        <a:pt x="1" y="23"/>
                        <a:pt x="0" y="13"/>
                        <a:pt x="0" y="13"/>
                      </a:cubicBezTo>
                      <a:cubicBezTo>
                        <a:pt x="6" y="-9"/>
                        <a:pt x="15" y="0"/>
                        <a:pt x="26" y="28"/>
                      </a:cubicBezTo>
                      <a:cubicBezTo>
                        <a:pt x="31" y="41"/>
                        <a:pt x="34" y="57"/>
                        <a:pt x="38" y="71"/>
                      </a:cubicBezTo>
                      <a:cubicBezTo>
                        <a:pt x="47" y="102"/>
                        <a:pt x="55" y="133"/>
                        <a:pt x="62" y="164"/>
                      </a:cubicBezTo>
                      <a:cubicBezTo>
                        <a:pt x="71" y="200"/>
                        <a:pt x="79" y="236"/>
                        <a:pt x="86" y="272"/>
                      </a:cubicBezTo>
                      <a:cubicBezTo>
                        <a:pt x="89" y="289"/>
                        <a:pt x="92" y="305"/>
                        <a:pt x="88" y="322"/>
                      </a:cubicBezTo>
                      <a:cubicBezTo>
                        <a:pt x="87" y="326"/>
                        <a:pt x="86" y="330"/>
                        <a:pt x="83" y="333"/>
                      </a:cubicBezTo>
                      <a:cubicBezTo>
                        <a:pt x="82" y="333"/>
                        <a:pt x="81" y="334"/>
                        <a:pt x="80" y="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9"/>
                <p:cNvSpPr/>
                <p:nvPr/>
              </p:nvSpPr>
              <p:spPr>
                <a:xfrm>
                  <a:off x="5678387" y="2200437"/>
                  <a:ext cx="66813" cy="79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49" extrusionOk="0">
                      <a:moveTo>
                        <a:pt x="0" y="15"/>
                      </a:moveTo>
                      <a:cubicBezTo>
                        <a:pt x="-3" y="24"/>
                        <a:pt x="17" y="49"/>
                        <a:pt x="17" y="49"/>
                      </a:cubicBezTo>
                      <a:lnTo>
                        <a:pt x="38" y="42"/>
                      </a:lnTo>
                      <a:cubicBezTo>
                        <a:pt x="38" y="42"/>
                        <a:pt x="45" y="8"/>
                        <a:pt x="37" y="2"/>
                      </a:cubicBezTo>
                      <a:cubicBezTo>
                        <a:pt x="29" y="-4"/>
                        <a:pt x="2" y="5"/>
                        <a:pt x="0" y="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9"/>
                <p:cNvSpPr/>
                <p:nvPr/>
              </p:nvSpPr>
              <p:spPr>
                <a:xfrm>
                  <a:off x="5489354" y="2110811"/>
                  <a:ext cx="338956" cy="739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454" extrusionOk="0">
                      <a:moveTo>
                        <a:pt x="208" y="454"/>
                      </a:moveTo>
                      <a:cubicBezTo>
                        <a:pt x="208" y="453"/>
                        <a:pt x="206" y="450"/>
                        <a:pt x="205" y="449"/>
                      </a:cubicBezTo>
                      <a:cubicBezTo>
                        <a:pt x="188" y="424"/>
                        <a:pt x="171" y="398"/>
                        <a:pt x="154" y="373"/>
                      </a:cubicBezTo>
                      <a:cubicBezTo>
                        <a:pt x="129" y="335"/>
                        <a:pt x="103" y="296"/>
                        <a:pt x="78" y="258"/>
                      </a:cubicBezTo>
                      <a:cubicBezTo>
                        <a:pt x="66" y="241"/>
                        <a:pt x="55" y="223"/>
                        <a:pt x="43" y="206"/>
                      </a:cubicBezTo>
                      <a:cubicBezTo>
                        <a:pt x="32" y="190"/>
                        <a:pt x="18" y="175"/>
                        <a:pt x="14" y="154"/>
                      </a:cubicBezTo>
                      <a:cubicBezTo>
                        <a:pt x="13" y="145"/>
                        <a:pt x="8" y="136"/>
                        <a:pt x="6" y="126"/>
                      </a:cubicBezTo>
                      <a:cubicBezTo>
                        <a:pt x="4" y="114"/>
                        <a:pt x="3" y="102"/>
                        <a:pt x="2" y="90"/>
                      </a:cubicBezTo>
                      <a:cubicBezTo>
                        <a:pt x="1" y="74"/>
                        <a:pt x="-1" y="58"/>
                        <a:pt x="2" y="43"/>
                      </a:cubicBezTo>
                      <a:cubicBezTo>
                        <a:pt x="5" y="31"/>
                        <a:pt x="17" y="19"/>
                        <a:pt x="25" y="10"/>
                      </a:cubicBezTo>
                      <a:cubicBezTo>
                        <a:pt x="26" y="9"/>
                        <a:pt x="27" y="8"/>
                        <a:pt x="28" y="6"/>
                      </a:cubicBezTo>
                      <a:cubicBezTo>
                        <a:pt x="31" y="4"/>
                        <a:pt x="34" y="1"/>
                        <a:pt x="38" y="0"/>
                      </a:cubicBezTo>
                      <a:cubicBezTo>
                        <a:pt x="36" y="21"/>
                        <a:pt x="35" y="42"/>
                        <a:pt x="36" y="63"/>
                      </a:cubicBezTo>
                      <a:cubicBezTo>
                        <a:pt x="37" y="75"/>
                        <a:pt x="38" y="92"/>
                        <a:pt x="44" y="103"/>
                      </a:cubicBezTo>
                      <a:lnTo>
                        <a:pt x="208" y="388"/>
                      </a:lnTo>
                      <a:lnTo>
                        <a:pt x="208" y="45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9"/>
                <p:cNvSpPr/>
                <p:nvPr/>
              </p:nvSpPr>
              <p:spPr>
                <a:xfrm>
                  <a:off x="6111861" y="2764264"/>
                  <a:ext cx="65184" cy="63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9" extrusionOk="0">
                      <a:moveTo>
                        <a:pt x="0" y="13"/>
                      </a:moveTo>
                      <a:cubicBezTo>
                        <a:pt x="0" y="13"/>
                        <a:pt x="17" y="38"/>
                        <a:pt x="29" y="39"/>
                      </a:cubicBezTo>
                      <a:cubicBezTo>
                        <a:pt x="41" y="40"/>
                        <a:pt x="40" y="18"/>
                        <a:pt x="40" y="18"/>
                      </a:cubicBezTo>
                      <a:lnTo>
                        <a:pt x="14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9"/>
                <p:cNvSpPr/>
                <p:nvPr/>
              </p:nvSpPr>
              <p:spPr>
                <a:xfrm>
                  <a:off x="5900013" y="2666491"/>
                  <a:ext cx="322660" cy="184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113" extrusionOk="0">
                      <a:moveTo>
                        <a:pt x="1" y="62"/>
                      </a:moveTo>
                      <a:cubicBezTo>
                        <a:pt x="1" y="62"/>
                        <a:pt x="51" y="83"/>
                        <a:pt x="59" y="87"/>
                      </a:cubicBezTo>
                      <a:cubicBezTo>
                        <a:pt x="67" y="90"/>
                        <a:pt x="85" y="108"/>
                        <a:pt x="90" y="112"/>
                      </a:cubicBezTo>
                      <a:cubicBezTo>
                        <a:pt x="96" y="115"/>
                        <a:pt x="108" y="113"/>
                        <a:pt x="110" y="110"/>
                      </a:cubicBezTo>
                      <a:cubicBezTo>
                        <a:pt x="112" y="108"/>
                        <a:pt x="114" y="103"/>
                        <a:pt x="114" y="103"/>
                      </a:cubicBezTo>
                      <a:cubicBezTo>
                        <a:pt x="114" y="103"/>
                        <a:pt x="123" y="106"/>
                        <a:pt x="130" y="102"/>
                      </a:cubicBezTo>
                      <a:cubicBezTo>
                        <a:pt x="137" y="98"/>
                        <a:pt x="139" y="94"/>
                        <a:pt x="139" y="94"/>
                      </a:cubicBezTo>
                      <a:cubicBezTo>
                        <a:pt x="139" y="94"/>
                        <a:pt x="150" y="100"/>
                        <a:pt x="156" y="91"/>
                      </a:cubicBezTo>
                      <a:cubicBezTo>
                        <a:pt x="163" y="83"/>
                        <a:pt x="162" y="76"/>
                        <a:pt x="162" y="76"/>
                      </a:cubicBezTo>
                      <a:lnTo>
                        <a:pt x="143" y="53"/>
                      </a:lnTo>
                      <a:cubicBezTo>
                        <a:pt x="143" y="53"/>
                        <a:pt x="181" y="82"/>
                        <a:pt x="189" y="81"/>
                      </a:cubicBezTo>
                      <a:cubicBezTo>
                        <a:pt x="197" y="79"/>
                        <a:pt x="200" y="68"/>
                        <a:pt x="196" y="63"/>
                      </a:cubicBezTo>
                      <a:cubicBezTo>
                        <a:pt x="193" y="58"/>
                        <a:pt x="135" y="17"/>
                        <a:pt x="128" y="13"/>
                      </a:cubicBezTo>
                      <a:cubicBezTo>
                        <a:pt x="121" y="9"/>
                        <a:pt x="98" y="18"/>
                        <a:pt x="81" y="16"/>
                      </a:cubicBezTo>
                      <a:cubicBezTo>
                        <a:pt x="65" y="13"/>
                        <a:pt x="22" y="0"/>
                        <a:pt x="22" y="0"/>
                      </a:cubicBezTo>
                      <a:cubicBezTo>
                        <a:pt x="22" y="0"/>
                        <a:pt x="-5" y="53"/>
                        <a:pt x="1" y="62"/>
                      </a:cubicBez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9"/>
                <p:cNvSpPr/>
                <p:nvPr/>
              </p:nvSpPr>
              <p:spPr>
                <a:xfrm>
                  <a:off x="5329653" y="2229769"/>
                  <a:ext cx="674652" cy="57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" h="352" extrusionOk="0">
                      <a:moveTo>
                        <a:pt x="48" y="0"/>
                      </a:moveTo>
                      <a:cubicBezTo>
                        <a:pt x="48" y="0"/>
                        <a:pt x="114" y="18"/>
                        <a:pt x="128" y="44"/>
                      </a:cubicBezTo>
                      <a:cubicBezTo>
                        <a:pt x="142" y="70"/>
                        <a:pt x="155" y="109"/>
                        <a:pt x="155" y="109"/>
                      </a:cubicBezTo>
                      <a:cubicBezTo>
                        <a:pt x="155" y="109"/>
                        <a:pt x="194" y="154"/>
                        <a:pt x="220" y="172"/>
                      </a:cubicBezTo>
                      <a:cubicBezTo>
                        <a:pt x="247" y="189"/>
                        <a:pt x="414" y="272"/>
                        <a:pt x="414" y="272"/>
                      </a:cubicBezTo>
                      <a:cubicBezTo>
                        <a:pt x="414" y="272"/>
                        <a:pt x="383" y="293"/>
                        <a:pt x="382" y="309"/>
                      </a:cubicBezTo>
                      <a:cubicBezTo>
                        <a:pt x="381" y="326"/>
                        <a:pt x="385" y="352"/>
                        <a:pt x="385" y="352"/>
                      </a:cubicBezTo>
                      <a:cubicBezTo>
                        <a:pt x="385" y="352"/>
                        <a:pt x="248" y="314"/>
                        <a:pt x="195" y="295"/>
                      </a:cubicBezTo>
                      <a:cubicBezTo>
                        <a:pt x="142" y="275"/>
                        <a:pt x="51" y="187"/>
                        <a:pt x="37" y="170"/>
                      </a:cubicBezTo>
                      <a:cubicBezTo>
                        <a:pt x="23" y="152"/>
                        <a:pt x="1" y="89"/>
                        <a:pt x="0" y="63"/>
                      </a:cubicBezTo>
                      <a:cubicBezTo>
                        <a:pt x="0" y="37"/>
                        <a:pt x="6" y="20"/>
                        <a:pt x="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9"/>
                <p:cNvSpPr/>
                <p:nvPr/>
              </p:nvSpPr>
              <p:spPr>
                <a:xfrm>
                  <a:off x="5557797" y="1954373"/>
                  <a:ext cx="192292" cy="244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50" extrusionOk="0">
                      <a:moveTo>
                        <a:pt x="118" y="84"/>
                      </a:moveTo>
                      <a:cubicBezTo>
                        <a:pt x="118" y="84"/>
                        <a:pt x="118" y="85"/>
                        <a:pt x="118" y="86"/>
                      </a:cubicBezTo>
                      <a:cubicBezTo>
                        <a:pt x="117" y="91"/>
                        <a:pt x="112" y="116"/>
                        <a:pt x="111" y="123"/>
                      </a:cubicBezTo>
                      <a:cubicBezTo>
                        <a:pt x="111" y="131"/>
                        <a:pt x="109" y="145"/>
                        <a:pt x="89" y="150"/>
                      </a:cubicBezTo>
                      <a:cubicBezTo>
                        <a:pt x="69" y="154"/>
                        <a:pt x="37" y="132"/>
                        <a:pt x="27" y="122"/>
                      </a:cubicBezTo>
                      <a:cubicBezTo>
                        <a:pt x="16" y="113"/>
                        <a:pt x="6" y="100"/>
                        <a:pt x="6" y="100"/>
                      </a:cubicBezTo>
                      <a:cubicBezTo>
                        <a:pt x="6" y="100"/>
                        <a:pt x="7" y="75"/>
                        <a:pt x="6" y="68"/>
                      </a:cubicBezTo>
                      <a:cubicBezTo>
                        <a:pt x="6" y="60"/>
                        <a:pt x="8" y="42"/>
                        <a:pt x="3" y="29"/>
                      </a:cubicBezTo>
                      <a:cubicBezTo>
                        <a:pt x="-2" y="15"/>
                        <a:pt x="0" y="1"/>
                        <a:pt x="4" y="1"/>
                      </a:cubicBezTo>
                      <a:cubicBezTo>
                        <a:pt x="7" y="1"/>
                        <a:pt x="30" y="-3"/>
                        <a:pt x="41" y="11"/>
                      </a:cubicBezTo>
                      <a:cubicBezTo>
                        <a:pt x="52" y="25"/>
                        <a:pt x="118" y="84"/>
                        <a:pt x="118" y="84"/>
                      </a:cubicBez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8175" rIns="81625" bIns="81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9"/>
                <p:cNvSpPr/>
                <p:nvPr/>
              </p:nvSpPr>
              <p:spPr>
                <a:xfrm>
                  <a:off x="5702831" y="2110811"/>
                  <a:ext cx="65184" cy="133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82" extrusionOk="0">
                      <a:moveTo>
                        <a:pt x="0" y="54"/>
                      </a:moveTo>
                      <a:cubicBezTo>
                        <a:pt x="2" y="55"/>
                        <a:pt x="12" y="54"/>
                        <a:pt x="16" y="67"/>
                      </a:cubicBezTo>
                      <a:cubicBezTo>
                        <a:pt x="20" y="80"/>
                        <a:pt x="31" y="82"/>
                        <a:pt x="31" y="82"/>
                      </a:cubicBezTo>
                      <a:cubicBezTo>
                        <a:pt x="31" y="82"/>
                        <a:pt x="37" y="66"/>
                        <a:pt x="39" y="55"/>
                      </a:cubicBezTo>
                      <a:cubicBezTo>
                        <a:pt x="41" y="40"/>
                        <a:pt x="40" y="25"/>
                        <a:pt x="37" y="16"/>
                      </a:cubicBezTo>
                      <a:cubicBezTo>
                        <a:pt x="34" y="7"/>
                        <a:pt x="28" y="5"/>
                        <a:pt x="23" y="1"/>
                      </a:cubicBezTo>
                      <a:cubicBezTo>
                        <a:pt x="18" y="-3"/>
                        <a:pt x="26" y="16"/>
                        <a:pt x="20" y="29"/>
                      </a:cubicBezTo>
                      <a:cubicBezTo>
                        <a:pt x="12" y="44"/>
                        <a:pt x="4" y="49"/>
                        <a:pt x="4" y="49"/>
                      </a:cubicBez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9"/>
                <p:cNvSpPr/>
                <p:nvPr/>
              </p:nvSpPr>
              <p:spPr>
                <a:xfrm>
                  <a:off x="5538242" y="2079849"/>
                  <a:ext cx="164589" cy="177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9" extrusionOk="0">
                      <a:moveTo>
                        <a:pt x="76" y="109"/>
                      </a:moveTo>
                      <a:cubicBezTo>
                        <a:pt x="76" y="109"/>
                        <a:pt x="87" y="100"/>
                        <a:pt x="90" y="92"/>
                      </a:cubicBezTo>
                      <a:cubicBezTo>
                        <a:pt x="94" y="83"/>
                        <a:pt x="101" y="73"/>
                        <a:pt x="101" y="73"/>
                      </a:cubicBezTo>
                      <a:cubicBezTo>
                        <a:pt x="101" y="73"/>
                        <a:pt x="49" y="50"/>
                        <a:pt x="39" y="39"/>
                      </a:cubicBezTo>
                      <a:cubicBezTo>
                        <a:pt x="29" y="28"/>
                        <a:pt x="20" y="25"/>
                        <a:pt x="18" y="17"/>
                      </a:cubicBezTo>
                      <a:cubicBezTo>
                        <a:pt x="16" y="8"/>
                        <a:pt x="16" y="0"/>
                        <a:pt x="16" y="0"/>
                      </a:cubicBezTo>
                      <a:cubicBezTo>
                        <a:pt x="16" y="0"/>
                        <a:pt x="6" y="12"/>
                        <a:pt x="6" y="22"/>
                      </a:cubicBezTo>
                      <a:cubicBezTo>
                        <a:pt x="5" y="32"/>
                        <a:pt x="0" y="42"/>
                        <a:pt x="0" y="42"/>
                      </a:cubicBezTo>
                      <a:cubicBezTo>
                        <a:pt x="0" y="42"/>
                        <a:pt x="-3" y="50"/>
                        <a:pt x="17" y="62"/>
                      </a:cubicBezTo>
                      <a:cubicBezTo>
                        <a:pt x="37" y="74"/>
                        <a:pt x="68" y="107"/>
                        <a:pt x="76" y="10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219;p9"/>
                <p:cNvSpPr/>
                <p:nvPr/>
              </p:nvSpPr>
              <p:spPr>
                <a:xfrm>
                  <a:off x="5539875" y="1745769"/>
                  <a:ext cx="259100" cy="391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" h="237" extrusionOk="0">
                      <a:moveTo>
                        <a:pt x="115" y="0"/>
                      </a:moveTo>
                      <a:cubicBezTo>
                        <a:pt x="115" y="0"/>
                        <a:pt x="147" y="11"/>
                        <a:pt x="152" y="53"/>
                      </a:cubicBezTo>
                      <a:cubicBezTo>
                        <a:pt x="157" y="96"/>
                        <a:pt x="150" y="115"/>
                        <a:pt x="154" y="127"/>
                      </a:cubicBezTo>
                      <a:cubicBezTo>
                        <a:pt x="154" y="127"/>
                        <a:pt x="160" y="131"/>
                        <a:pt x="156" y="159"/>
                      </a:cubicBezTo>
                      <a:cubicBezTo>
                        <a:pt x="153" y="188"/>
                        <a:pt x="145" y="223"/>
                        <a:pt x="130" y="231"/>
                      </a:cubicBezTo>
                      <a:cubicBezTo>
                        <a:pt x="115" y="240"/>
                        <a:pt x="89" y="239"/>
                        <a:pt x="77" y="230"/>
                      </a:cubicBezTo>
                      <a:cubicBezTo>
                        <a:pt x="66" y="221"/>
                        <a:pt x="40" y="209"/>
                        <a:pt x="32" y="195"/>
                      </a:cubicBezTo>
                      <a:cubicBezTo>
                        <a:pt x="24" y="181"/>
                        <a:pt x="13" y="161"/>
                        <a:pt x="6" y="131"/>
                      </a:cubicBezTo>
                      <a:cubicBezTo>
                        <a:pt x="0" y="102"/>
                        <a:pt x="-3" y="73"/>
                        <a:pt x="6" y="62"/>
                      </a:cubicBezTo>
                      <a:cubicBezTo>
                        <a:pt x="14" y="50"/>
                        <a:pt x="-19" y="-8"/>
                        <a:pt x="48" y="1"/>
                      </a:cubicBezTo>
                      <a:cubicBezTo>
                        <a:pt x="116" y="10"/>
                        <a:pt x="112" y="0"/>
                        <a:pt x="112" y="0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36550" rIns="81625" bIns="365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220;p9"/>
                <p:cNvSpPr/>
                <p:nvPr/>
              </p:nvSpPr>
              <p:spPr>
                <a:xfrm>
                  <a:off x="5495872" y="1700162"/>
                  <a:ext cx="304734" cy="335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206" extrusionOk="0">
                      <a:moveTo>
                        <a:pt x="78" y="1"/>
                      </a:moveTo>
                      <a:cubicBezTo>
                        <a:pt x="78" y="1"/>
                        <a:pt x="110" y="-3"/>
                        <a:pt x="129" y="7"/>
                      </a:cubicBezTo>
                      <a:cubicBezTo>
                        <a:pt x="149" y="18"/>
                        <a:pt x="177" y="43"/>
                        <a:pt x="182" y="61"/>
                      </a:cubicBezTo>
                      <a:cubicBezTo>
                        <a:pt x="188" y="79"/>
                        <a:pt x="189" y="112"/>
                        <a:pt x="181" y="116"/>
                      </a:cubicBezTo>
                      <a:cubicBezTo>
                        <a:pt x="173" y="120"/>
                        <a:pt x="187" y="79"/>
                        <a:pt x="175" y="65"/>
                      </a:cubicBezTo>
                      <a:cubicBezTo>
                        <a:pt x="162" y="52"/>
                        <a:pt x="155" y="68"/>
                        <a:pt x="137" y="65"/>
                      </a:cubicBezTo>
                      <a:cubicBezTo>
                        <a:pt x="118" y="63"/>
                        <a:pt x="96" y="52"/>
                        <a:pt x="89" y="50"/>
                      </a:cubicBezTo>
                      <a:cubicBezTo>
                        <a:pt x="81" y="49"/>
                        <a:pt x="62" y="37"/>
                        <a:pt x="70" y="65"/>
                      </a:cubicBezTo>
                      <a:cubicBezTo>
                        <a:pt x="78" y="92"/>
                        <a:pt x="75" y="114"/>
                        <a:pt x="69" y="121"/>
                      </a:cubicBezTo>
                      <a:cubicBezTo>
                        <a:pt x="63" y="128"/>
                        <a:pt x="46" y="147"/>
                        <a:pt x="50" y="156"/>
                      </a:cubicBezTo>
                      <a:cubicBezTo>
                        <a:pt x="54" y="166"/>
                        <a:pt x="45" y="165"/>
                        <a:pt x="45" y="165"/>
                      </a:cubicBezTo>
                      <a:cubicBezTo>
                        <a:pt x="45" y="165"/>
                        <a:pt x="44" y="148"/>
                        <a:pt x="36" y="143"/>
                      </a:cubicBezTo>
                      <a:cubicBezTo>
                        <a:pt x="36" y="143"/>
                        <a:pt x="36" y="140"/>
                        <a:pt x="30" y="147"/>
                      </a:cubicBezTo>
                      <a:cubicBezTo>
                        <a:pt x="25" y="153"/>
                        <a:pt x="46" y="183"/>
                        <a:pt x="44" y="206"/>
                      </a:cubicBezTo>
                      <a:cubicBezTo>
                        <a:pt x="44" y="213"/>
                        <a:pt x="12" y="166"/>
                        <a:pt x="12" y="166"/>
                      </a:cubicBezTo>
                      <a:cubicBezTo>
                        <a:pt x="12" y="166"/>
                        <a:pt x="4" y="140"/>
                        <a:pt x="3" y="133"/>
                      </a:cubicBezTo>
                      <a:cubicBezTo>
                        <a:pt x="3" y="127"/>
                        <a:pt x="-6" y="70"/>
                        <a:pt x="10" y="46"/>
                      </a:cubicBezTo>
                      <a:lnTo>
                        <a:pt x="26" y="22"/>
                      </a:lnTo>
                      <a:cubicBezTo>
                        <a:pt x="26" y="22"/>
                        <a:pt x="49" y="-1"/>
                        <a:pt x="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81625" tIns="26450" rIns="81625" bIns="264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9"/>
                <p:cNvSpPr/>
                <p:nvPr/>
              </p:nvSpPr>
              <p:spPr>
                <a:xfrm>
                  <a:off x="5508909" y="1921782"/>
                  <a:ext cx="63554" cy="94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58" extrusionOk="0">
                      <a:moveTo>
                        <a:pt x="34" y="15"/>
                      </a:moveTo>
                      <a:cubicBezTo>
                        <a:pt x="34" y="15"/>
                        <a:pt x="31" y="-1"/>
                        <a:pt x="11" y="0"/>
                      </a:cubicBezTo>
                      <a:cubicBezTo>
                        <a:pt x="-9" y="1"/>
                        <a:pt x="3" y="20"/>
                        <a:pt x="8" y="29"/>
                      </a:cubicBezTo>
                      <a:cubicBezTo>
                        <a:pt x="13" y="39"/>
                        <a:pt x="24" y="55"/>
                        <a:pt x="26" y="57"/>
                      </a:cubicBezTo>
                      <a:cubicBezTo>
                        <a:pt x="28" y="59"/>
                        <a:pt x="35" y="59"/>
                        <a:pt x="37" y="52"/>
                      </a:cubicBezTo>
                      <a:cubicBezTo>
                        <a:pt x="39" y="46"/>
                        <a:pt x="39" y="48"/>
                        <a:pt x="38" y="43"/>
                      </a:cubicBezTo>
                      <a:cubicBezTo>
                        <a:pt x="37" y="38"/>
                        <a:pt x="32" y="26"/>
                        <a:pt x="33" y="23"/>
                      </a:cubicBezTo>
                      <a:cubicBezTo>
                        <a:pt x="34" y="21"/>
                        <a:pt x="34" y="15"/>
                        <a:pt x="34" y="15"/>
                      </a:cubicBezTo>
                      <a:close/>
                    </a:path>
                  </a:pathLst>
                </a:custGeom>
                <a:solidFill>
                  <a:srgbClr val="B1885E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2" name="Google Shape;222;p9"/>
            <p:cNvGrpSpPr/>
            <p:nvPr/>
          </p:nvGrpSpPr>
          <p:grpSpPr>
            <a:xfrm>
              <a:off x="6699244" y="1255034"/>
              <a:ext cx="1002415" cy="1567252"/>
              <a:chOff x="6059940" y="718330"/>
              <a:chExt cx="2370896" cy="3706840"/>
            </a:xfrm>
          </p:grpSpPr>
          <p:sp>
            <p:nvSpPr>
              <p:cNvPr id="223" name="Google Shape;223;p9"/>
              <p:cNvSpPr/>
              <p:nvPr/>
            </p:nvSpPr>
            <p:spPr>
              <a:xfrm>
                <a:off x="6422586" y="3914271"/>
                <a:ext cx="884852" cy="510899"/>
              </a:xfrm>
              <a:custGeom>
                <a:avLst/>
                <a:gdLst/>
                <a:ahLst/>
                <a:cxnLst/>
                <a:rect l="l" t="t" r="r" b="b"/>
                <a:pathLst>
                  <a:path w="549" h="317" extrusionOk="0">
                    <a:moveTo>
                      <a:pt x="469" y="271"/>
                    </a:moveTo>
                    <a:cubicBezTo>
                      <a:pt x="362" y="333"/>
                      <a:pt x="188" y="332"/>
                      <a:pt x="81" y="270"/>
                    </a:cubicBezTo>
                    <a:cubicBezTo>
                      <a:pt x="-26" y="208"/>
                      <a:pt x="-27" y="108"/>
                      <a:pt x="80" y="46"/>
                    </a:cubicBezTo>
                    <a:cubicBezTo>
                      <a:pt x="187" y="-15"/>
                      <a:pt x="360" y="-15"/>
                      <a:pt x="468" y="47"/>
                    </a:cubicBezTo>
                    <a:cubicBezTo>
                      <a:pt x="575" y="109"/>
                      <a:pt x="576" y="209"/>
                      <a:pt x="469" y="271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6814243" y="3382420"/>
                <a:ext cx="884852" cy="509288"/>
              </a:xfrm>
              <a:custGeom>
                <a:avLst/>
                <a:gdLst/>
                <a:ahLst/>
                <a:cxnLst/>
                <a:rect l="l" t="t" r="r" b="b"/>
                <a:pathLst>
                  <a:path w="549" h="316" extrusionOk="0">
                    <a:moveTo>
                      <a:pt x="469" y="271"/>
                    </a:moveTo>
                    <a:cubicBezTo>
                      <a:pt x="363" y="332"/>
                      <a:pt x="189" y="332"/>
                      <a:pt x="81" y="270"/>
                    </a:cubicBezTo>
                    <a:cubicBezTo>
                      <a:pt x="-26" y="208"/>
                      <a:pt x="-27" y="108"/>
                      <a:pt x="80" y="46"/>
                    </a:cubicBezTo>
                    <a:cubicBezTo>
                      <a:pt x="187" y="-16"/>
                      <a:pt x="361" y="-15"/>
                      <a:pt x="468" y="47"/>
                    </a:cubicBezTo>
                    <a:cubicBezTo>
                      <a:pt x="576" y="109"/>
                      <a:pt x="576" y="209"/>
                      <a:pt x="469" y="271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7170442" y="3659627"/>
                <a:ext cx="884852" cy="509288"/>
              </a:xfrm>
              <a:custGeom>
                <a:avLst/>
                <a:gdLst/>
                <a:ahLst/>
                <a:cxnLst/>
                <a:rect l="l" t="t" r="r" b="b"/>
                <a:pathLst>
                  <a:path w="549" h="316" extrusionOk="0">
                    <a:moveTo>
                      <a:pt x="469" y="271"/>
                    </a:moveTo>
                    <a:cubicBezTo>
                      <a:pt x="362" y="332"/>
                      <a:pt x="188" y="332"/>
                      <a:pt x="81" y="270"/>
                    </a:cubicBezTo>
                    <a:cubicBezTo>
                      <a:pt x="-27" y="208"/>
                      <a:pt x="-27" y="108"/>
                      <a:pt x="80" y="46"/>
                    </a:cubicBezTo>
                    <a:cubicBezTo>
                      <a:pt x="186" y="-16"/>
                      <a:pt x="360" y="-15"/>
                      <a:pt x="468" y="47"/>
                    </a:cubicBezTo>
                    <a:cubicBezTo>
                      <a:pt x="575" y="109"/>
                      <a:pt x="576" y="209"/>
                      <a:pt x="469" y="271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6224339" y="718330"/>
                <a:ext cx="960604" cy="1360249"/>
              </a:xfrm>
              <a:custGeom>
                <a:avLst/>
                <a:gdLst/>
                <a:ahLst/>
                <a:cxnLst/>
                <a:rect l="l" t="t" r="r" b="b"/>
                <a:pathLst>
                  <a:path w="596" h="844" extrusionOk="0">
                    <a:moveTo>
                      <a:pt x="17" y="638"/>
                    </a:moveTo>
                    <a:lnTo>
                      <a:pt x="5" y="684"/>
                    </a:lnTo>
                    <a:cubicBezTo>
                      <a:pt x="0" y="699"/>
                      <a:pt x="4" y="726"/>
                      <a:pt x="19" y="732"/>
                    </a:cubicBezTo>
                    <a:lnTo>
                      <a:pt x="19" y="811"/>
                    </a:lnTo>
                    <a:lnTo>
                      <a:pt x="36" y="844"/>
                    </a:lnTo>
                    <a:lnTo>
                      <a:pt x="36" y="844"/>
                    </a:lnTo>
                    <a:lnTo>
                      <a:pt x="68" y="826"/>
                    </a:lnTo>
                    <a:lnTo>
                      <a:pt x="83" y="817"/>
                    </a:lnTo>
                    <a:lnTo>
                      <a:pt x="101" y="807"/>
                    </a:lnTo>
                    <a:lnTo>
                      <a:pt x="186" y="757"/>
                    </a:lnTo>
                    <a:cubicBezTo>
                      <a:pt x="193" y="768"/>
                      <a:pt x="207" y="769"/>
                      <a:pt x="222" y="761"/>
                    </a:cubicBezTo>
                    <a:lnTo>
                      <a:pt x="231" y="756"/>
                    </a:lnTo>
                    <a:cubicBezTo>
                      <a:pt x="239" y="751"/>
                      <a:pt x="248" y="743"/>
                      <a:pt x="254" y="734"/>
                    </a:cubicBezTo>
                    <a:cubicBezTo>
                      <a:pt x="266" y="738"/>
                      <a:pt x="281" y="736"/>
                      <a:pt x="297" y="726"/>
                    </a:cubicBezTo>
                    <a:lnTo>
                      <a:pt x="322" y="712"/>
                    </a:lnTo>
                    <a:cubicBezTo>
                      <a:pt x="337" y="703"/>
                      <a:pt x="352" y="688"/>
                      <a:pt x="363" y="672"/>
                    </a:cubicBezTo>
                    <a:cubicBezTo>
                      <a:pt x="370" y="673"/>
                      <a:pt x="377" y="671"/>
                      <a:pt x="385" y="666"/>
                    </a:cubicBezTo>
                    <a:lnTo>
                      <a:pt x="394" y="662"/>
                    </a:lnTo>
                    <a:cubicBezTo>
                      <a:pt x="409" y="653"/>
                      <a:pt x="422" y="635"/>
                      <a:pt x="430" y="617"/>
                    </a:cubicBezTo>
                    <a:lnTo>
                      <a:pt x="513" y="569"/>
                    </a:lnTo>
                    <a:lnTo>
                      <a:pt x="531" y="558"/>
                    </a:lnTo>
                    <a:lnTo>
                      <a:pt x="577" y="532"/>
                    </a:lnTo>
                    <a:lnTo>
                      <a:pt x="577" y="448"/>
                    </a:lnTo>
                    <a:cubicBezTo>
                      <a:pt x="592" y="423"/>
                      <a:pt x="597" y="392"/>
                      <a:pt x="592" y="381"/>
                    </a:cubicBezTo>
                    <a:lnTo>
                      <a:pt x="577" y="347"/>
                    </a:lnTo>
                    <a:lnTo>
                      <a:pt x="577" y="339"/>
                    </a:lnTo>
                    <a:cubicBezTo>
                      <a:pt x="589" y="321"/>
                      <a:pt x="596" y="300"/>
                      <a:pt x="596" y="281"/>
                    </a:cubicBezTo>
                    <a:lnTo>
                      <a:pt x="596" y="229"/>
                    </a:lnTo>
                    <a:cubicBezTo>
                      <a:pt x="596" y="210"/>
                      <a:pt x="589" y="198"/>
                      <a:pt x="577" y="193"/>
                    </a:cubicBezTo>
                    <a:lnTo>
                      <a:pt x="577" y="186"/>
                    </a:lnTo>
                    <a:lnTo>
                      <a:pt x="592" y="137"/>
                    </a:lnTo>
                    <a:cubicBezTo>
                      <a:pt x="597" y="121"/>
                      <a:pt x="592" y="92"/>
                      <a:pt x="577" y="85"/>
                    </a:cubicBezTo>
                    <a:lnTo>
                      <a:pt x="577" y="0"/>
                    </a:lnTo>
                    <a:lnTo>
                      <a:pt x="537" y="4"/>
                    </a:lnTo>
                    <a:lnTo>
                      <a:pt x="493" y="30"/>
                    </a:lnTo>
                    <a:lnTo>
                      <a:pt x="475" y="40"/>
                    </a:lnTo>
                    <a:lnTo>
                      <a:pt x="415" y="81"/>
                    </a:lnTo>
                    <a:cubicBezTo>
                      <a:pt x="413" y="78"/>
                      <a:pt x="407" y="77"/>
                      <a:pt x="401" y="77"/>
                    </a:cubicBezTo>
                    <a:cubicBezTo>
                      <a:pt x="388" y="77"/>
                      <a:pt x="370" y="81"/>
                      <a:pt x="361" y="86"/>
                    </a:cubicBezTo>
                    <a:lnTo>
                      <a:pt x="353" y="91"/>
                    </a:lnTo>
                    <a:cubicBezTo>
                      <a:pt x="345" y="96"/>
                      <a:pt x="337" y="103"/>
                      <a:pt x="331" y="112"/>
                    </a:cubicBezTo>
                    <a:cubicBezTo>
                      <a:pt x="319" y="108"/>
                      <a:pt x="305" y="110"/>
                      <a:pt x="290" y="119"/>
                    </a:cubicBezTo>
                    <a:lnTo>
                      <a:pt x="266" y="133"/>
                    </a:lnTo>
                    <a:cubicBezTo>
                      <a:pt x="251" y="141"/>
                      <a:pt x="237" y="155"/>
                      <a:pt x="226" y="171"/>
                    </a:cubicBezTo>
                    <a:cubicBezTo>
                      <a:pt x="220" y="170"/>
                      <a:pt x="213" y="172"/>
                      <a:pt x="205" y="176"/>
                    </a:cubicBezTo>
                    <a:lnTo>
                      <a:pt x="197" y="181"/>
                    </a:lnTo>
                    <a:cubicBezTo>
                      <a:pt x="184" y="189"/>
                      <a:pt x="172" y="203"/>
                      <a:pt x="165" y="219"/>
                    </a:cubicBezTo>
                    <a:lnTo>
                      <a:pt x="81" y="267"/>
                    </a:lnTo>
                    <a:lnTo>
                      <a:pt x="50" y="285"/>
                    </a:lnTo>
                    <a:lnTo>
                      <a:pt x="32" y="296"/>
                    </a:lnTo>
                    <a:lnTo>
                      <a:pt x="19" y="303"/>
                    </a:lnTo>
                    <a:lnTo>
                      <a:pt x="19" y="382"/>
                    </a:lnTo>
                    <a:cubicBezTo>
                      <a:pt x="4" y="406"/>
                      <a:pt x="0" y="440"/>
                      <a:pt x="5" y="450"/>
                    </a:cubicBezTo>
                    <a:lnTo>
                      <a:pt x="19" y="484"/>
                    </a:lnTo>
                    <a:lnTo>
                      <a:pt x="19" y="486"/>
                    </a:lnTo>
                    <a:cubicBezTo>
                      <a:pt x="7" y="504"/>
                      <a:pt x="0" y="525"/>
                      <a:pt x="0" y="543"/>
                    </a:cubicBezTo>
                    <a:lnTo>
                      <a:pt x="0" y="594"/>
                    </a:lnTo>
                    <a:cubicBezTo>
                      <a:pt x="0" y="611"/>
                      <a:pt x="7" y="631"/>
                      <a:pt x="17" y="6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6224339" y="1192161"/>
                <a:ext cx="211140" cy="886419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50" extrusionOk="0">
                    <a:moveTo>
                      <a:pt x="17" y="344"/>
                    </a:moveTo>
                    <a:lnTo>
                      <a:pt x="5" y="390"/>
                    </a:lnTo>
                    <a:cubicBezTo>
                      <a:pt x="0" y="405"/>
                      <a:pt x="4" y="432"/>
                      <a:pt x="19" y="438"/>
                    </a:cubicBezTo>
                    <a:lnTo>
                      <a:pt x="19" y="517"/>
                    </a:lnTo>
                    <a:lnTo>
                      <a:pt x="36" y="550"/>
                    </a:lnTo>
                    <a:lnTo>
                      <a:pt x="36" y="550"/>
                    </a:lnTo>
                    <a:lnTo>
                      <a:pt x="65" y="533"/>
                    </a:lnTo>
                    <a:lnTo>
                      <a:pt x="68" y="532"/>
                    </a:lnTo>
                    <a:lnTo>
                      <a:pt x="83" y="523"/>
                    </a:lnTo>
                    <a:cubicBezTo>
                      <a:pt x="92" y="510"/>
                      <a:pt x="100" y="497"/>
                      <a:pt x="106" y="482"/>
                    </a:cubicBezTo>
                    <a:cubicBezTo>
                      <a:pt x="122" y="443"/>
                      <a:pt x="128" y="399"/>
                      <a:pt x="130" y="357"/>
                    </a:cubicBezTo>
                    <a:cubicBezTo>
                      <a:pt x="133" y="275"/>
                      <a:pt x="126" y="191"/>
                      <a:pt x="107" y="111"/>
                    </a:cubicBezTo>
                    <a:cubicBezTo>
                      <a:pt x="102" y="90"/>
                      <a:pt x="97" y="70"/>
                      <a:pt x="90" y="50"/>
                    </a:cubicBezTo>
                    <a:cubicBezTo>
                      <a:pt x="89" y="45"/>
                      <a:pt x="87" y="41"/>
                      <a:pt x="86" y="36"/>
                    </a:cubicBezTo>
                    <a:cubicBezTo>
                      <a:pt x="83" y="28"/>
                      <a:pt x="80" y="21"/>
                      <a:pt x="75" y="15"/>
                    </a:cubicBezTo>
                    <a:cubicBezTo>
                      <a:pt x="72" y="10"/>
                      <a:pt x="68" y="7"/>
                      <a:pt x="64" y="5"/>
                    </a:cubicBezTo>
                    <a:cubicBezTo>
                      <a:pt x="62" y="4"/>
                      <a:pt x="61" y="4"/>
                      <a:pt x="60" y="4"/>
                    </a:cubicBezTo>
                    <a:cubicBezTo>
                      <a:pt x="51" y="0"/>
                      <a:pt x="42" y="0"/>
                      <a:pt x="32" y="2"/>
                    </a:cubicBezTo>
                    <a:lnTo>
                      <a:pt x="19" y="9"/>
                    </a:lnTo>
                    <a:lnTo>
                      <a:pt x="19" y="88"/>
                    </a:lnTo>
                    <a:cubicBezTo>
                      <a:pt x="4" y="112"/>
                      <a:pt x="0" y="146"/>
                      <a:pt x="5" y="156"/>
                    </a:cubicBezTo>
                    <a:lnTo>
                      <a:pt x="19" y="190"/>
                    </a:lnTo>
                    <a:lnTo>
                      <a:pt x="19" y="192"/>
                    </a:lnTo>
                    <a:cubicBezTo>
                      <a:pt x="7" y="210"/>
                      <a:pt x="0" y="231"/>
                      <a:pt x="0" y="249"/>
                    </a:cubicBezTo>
                    <a:lnTo>
                      <a:pt x="0" y="300"/>
                    </a:lnTo>
                    <a:cubicBezTo>
                      <a:pt x="0" y="317"/>
                      <a:pt x="7" y="337"/>
                      <a:pt x="17" y="3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6156646" y="2360621"/>
                <a:ext cx="1063757" cy="638221"/>
              </a:xfrm>
              <a:custGeom>
                <a:avLst/>
                <a:gdLst/>
                <a:ahLst/>
                <a:cxnLst/>
                <a:rect l="l" t="t" r="r" b="b"/>
                <a:pathLst>
                  <a:path w="660" h="396" extrusionOk="0">
                    <a:moveTo>
                      <a:pt x="660" y="159"/>
                    </a:moveTo>
                    <a:lnTo>
                      <a:pt x="258" y="396"/>
                    </a:lnTo>
                    <a:lnTo>
                      <a:pt x="0" y="246"/>
                    </a:lnTo>
                    <a:lnTo>
                      <a:pt x="2" y="245"/>
                    </a:lnTo>
                    <a:lnTo>
                      <a:pt x="408" y="0"/>
                    </a:lnTo>
                    <a:lnTo>
                      <a:pt x="660" y="159"/>
                    </a:ln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6203387" y="1686943"/>
                <a:ext cx="282057" cy="1081431"/>
              </a:xfrm>
              <a:custGeom>
                <a:avLst/>
                <a:gdLst/>
                <a:ahLst/>
                <a:cxnLst/>
                <a:rect l="l" t="t" r="r" b="b"/>
                <a:pathLst>
                  <a:path w="175" h="671" extrusionOk="0">
                    <a:moveTo>
                      <a:pt x="25" y="671"/>
                    </a:moveTo>
                    <a:lnTo>
                      <a:pt x="175" y="27"/>
                    </a:lnTo>
                    <a:lnTo>
                      <a:pt x="142" y="0"/>
                    </a:lnTo>
                    <a:lnTo>
                      <a:pt x="0" y="656"/>
                    </a:lnTo>
                    <a:lnTo>
                      <a:pt x="25" y="67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6764279" y="1387173"/>
                <a:ext cx="282057" cy="104758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650" extrusionOk="0">
                    <a:moveTo>
                      <a:pt x="25" y="650"/>
                    </a:moveTo>
                    <a:lnTo>
                      <a:pt x="175" y="6"/>
                    </a:lnTo>
                    <a:lnTo>
                      <a:pt x="144" y="0"/>
                    </a:lnTo>
                    <a:lnTo>
                      <a:pt x="0" y="635"/>
                    </a:lnTo>
                    <a:lnTo>
                      <a:pt x="25" y="650"/>
                    </a:lnTo>
                    <a:close/>
                  </a:path>
                </a:pathLst>
              </a:custGeom>
              <a:solidFill>
                <a:srgbClr val="844218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6243681" y="1719177"/>
                <a:ext cx="265939" cy="1049197"/>
              </a:xfrm>
              <a:custGeom>
                <a:avLst/>
                <a:gdLst/>
                <a:ahLst/>
                <a:cxnLst/>
                <a:rect l="l" t="t" r="r" b="b"/>
                <a:pathLst>
                  <a:path w="165" h="651" extrusionOk="0">
                    <a:moveTo>
                      <a:pt x="36" y="626"/>
                    </a:moveTo>
                    <a:lnTo>
                      <a:pt x="165" y="7"/>
                    </a:lnTo>
                    <a:lnTo>
                      <a:pt x="134" y="0"/>
                    </a:lnTo>
                    <a:lnTo>
                      <a:pt x="0" y="651"/>
                    </a:lnTo>
                    <a:lnTo>
                      <a:pt x="36" y="62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6804573" y="1409736"/>
                <a:ext cx="282057" cy="1025022"/>
              </a:xfrm>
              <a:custGeom>
                <a:avLst/>
                <a:gdLst/>
                <a:ahLst/>
                <a:cxnLst/>
                <a:rect l="l" t="t" r="r" b="b"/>
                <a:pathLst>
                  <a:path w="175" h="636" extrusionOk="0">
                    <a:moveTo>
                      <a:pt x="37" y="611"/>
                    </a:moveTo>
                    <a:lnTo>
                      <a:pt x="175" y="6"/>
                    </a:lnTo>
                    <a:lnTo>
                      <a:pt x="144" y="0"/>
                    </a:lnTo>
                    <a:lnTo>
                      <a:pt x="0" y="636"/>
                    </a:lnTo>
                    <a:lnTo>
                      <a:pt x="37" y="611"/>
                    </a:lnTo>
                    <a:close/>
                  </a:path>
                </a:pathLst>
              </a:custGeom>
              <a:solidFill>
                <a:srgbClr val="BF733D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6470939" y="1782032"/>
                <a:ext cx="143446" cy="1200694"/>
              </a:xfrm>
              <a:custGeom>
                <a:avLst/>
                <a:gdLst/>
                <a:ahLst/>
                <a:cxnLst/>
                <a:rect l="l" t="t" r="r" b="b"/>
                <a:pathLst>
                  <a:path w="89" h="745" extrusionOk="0">
                    <a:moveTo>
                      <a:pt x="59" y="745"/>
                    </a:moveTo>
                    <a:lnTo>
                      <a:pt x="89" y="729"/>
                    </a:lnTo>
                    <a:lnTo>
                      <a:pt x="31" y="0"/>
                    </a:lnTo>
                    <a:lnTo>
                      <a:pt x="0" y="1"/>
                    </a:lnTo>
                    <a:lnTo>
                      <a:pt x="59" y="7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7028607" y="1453251"/>
                <a:ext cx="143446" cy="1200694"/>
              </a:xfrm>
              <a:custGeom>
                <a:avLst/>
                <a:gdLst/>
                <a:ahLst/>
                <a:cxnLst/>
                <a:rect l="l" t="t" r="r" b="b"/>
                <a:pathLst>
                  <a:path w="89" h="745" extrusionOk="0">
                    <a:moveTo>
                      <a:pt x="59" y="745"/>
                    </a:moveTo>
                    <a:lnTo>
                      <a:pt x="89" y="729"/>
                    </a:lnTo>
                    <a:lnTo>
                      <a:pt x="31" y="0"/>
                    </a:lnTo>
                    <a:lnTo>
                      <a:pt x="0" y="1"/>
                    </a:lnTo>
                    <a:lnTo>
                      <a:pt x="59" y="7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6435480" y="1757857"/>
                <a:ext cx="130552" cy="1224869"/>
              </a:xfrm>
              <a:custGeom>
                <a:avLst/>
                <a:gdLst/>
                <a:ahLst/>
                <a:cxnLst/>
                <a:rect l="l" t="t" r="r" b="b"/>
                <a:pathLst>
                  <a:path w="81" h="760" extrusionOk="0">
                    <a:moveTo>
                      <a:pt x="59" y="745"/>
                    </a:moveTo>
                    <a:lnTo>
                      <a:pt x="81" y="760"/>
                    </a:lnTo>
                    <a:lnTo>
                      <a:pt x="31" y="0"/>
                    </a:lnTo>
                    <a:lnTo>
                      <a:pt x="0" y="1"/>
                    </a:lnTo>
                    <a:lnTo>
                      <a:pt x="59" y="74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6993148" y="1429076"/>
                <a:ext cx="130552" cy="1224869"/>
              </a:xfrm>
              <a:custGeom>
                <a:avLst/>
                <a:gdLst/>
                <a:ahLst/>
                <a:cxnLst/>
                <a:rect l="l" t="t" r="r" b="b"/>
                <a:pathLst>
                  <a:path w="81" h="760" extrusionOk="0">
                    <a:moveTo>
                      <a:pt x="59" y="745"/>
                    </a:moveTo>
                    <a:lnTo>
                      <a:pt x="81" y="760"/>
                    </a:lnTo>
                    <a:lnTo>
                      <a:pt x="31" y="0"/>
                    </a:lnTo>
                    <a:lnTo>
                      <a:pt x="0" y="2"/>
                    </a:lnTo>
                    <a:lnTo>
                      <a:pt x="59" y="74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6283975" y="718330"/>
                <a:ext cx="975110" cy="136024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844" extrusionOk="0">
                    <a:moveTo>
                      <a:pt x="604" y="281"/>
                    </a:moveTo>
                    <a:cubicBezTo>
                      <a:pt x="604" y="272"/>
                      <a:pt x="603" y="263"/>
                      <a:pt x="602" y="254"/>
                    </a:cubicBezTo>
                    <a:cubicBezTo>
                      <a:pt x="599" y="236"/>
                      <a:pt x="595" y="219"/>
                      <a:pt x="595" y="200"/>
                    </a:cubicBezTo>
                    <a:cubicBezTo>
                      <a:pt x="596" y="180"/>
                      <a:pt x="595" y="160"/>
                      <a:pt x="594" y="139"/>
                    </a:cubicBezTo>
                    <a:cubicBezTo>
                      <a:pt x="593" y="122"/>
                      <a:pt x="597" y="94"/>
                      <a:pt x="578" y="85"/>
                    </a:cubicBezTo>
                    <a:lnTo>
                      <a:pt x="578" y="0"/>
                    </a:lnTo>
                    <a:lnTo>
                      <a:pt x="537" y="4"/>
                    </a:lnTo>
                    <a:lnTo>
                      <a:pt x="493" y="30"/>
                    </a:lnTo>
                    <a:lnTo>
                      <a:pt x="476" y="40"/>
                    </a:lnTo>
                    <a:lnTo>
                      <a:pt x="416" y="81"/>
                    </a:lnTo>
                    <a:cubicBezTo>
                      <a:pt x="409" y="73"/>
                      <a:pt x="375" y="78"/>
                      <a:pt x="362" y="86"/>
                    </a:cubicBezTo>
                    <a:lnTo>
                      <a:pt x="354" y="91"/>
                    </a:lnTo>
                    <a:cubicBezTo>
                      <a:pt x="345" y="96"/>
                      <a:pt x="337" y="103"/>
                      <a:pt x="331" y="112"/>
                    </a:cubicBezTo>
                    <a:cubicBezTo>
                      <a:pt x="320" y="108"/>
                      <a:pt x="306" y="110"/>
                      <a:pt x="290" y="119"/>
                    </a:cubicBezTo>
                    <a:lnTo>
                      <a:pt x="266" y="133"/>
                    </a:lnTo>
                    <a:cubicBezTo>
                      <a:pt x="251" y="141"/>
                      <a:pt x="238" y="155"/>
                      <a:pt x="227" y="171"/>
                    </a:cubicBezTo>
                    <a:cubicBezTo>
                      <a:pt x="221" y="170"/>
                      <a:pt x="213" y="172"/>
                      <a:pt x="206" y="176"/>
                    </a:cubicBezTo>
                    <a:lnTo>
                      <a:pt x="197" y="181"/>
                    </a:lnTo>
                    <a:cubicBezTo>
                      <a:pt x="184" y="189"/>
                      <a:pt x="172" y="203"/>
                      <a:pt x="165" y="219"/>
                    </a:cubicBezTo>
                    <a:lnTo>
                      <a:pt x="81" y="267"/>
                    </a:lnTo>
                    <a:lnTo>
                      <a:pt x="50" y="285"/>
                    </a:lnTo>
                    <a:lnTo>
                      <a:pt x="20" y="303"/>
                    </a:lnTo>
                    <a:lnTo>
                      <a:pt x="20" y="382"/>
                    </a:lnTo>
                    <a:cubicBezTo>
                      <a:pt x="5" y="406"/>
                      <a:pt x="1" y="440"/>
                      <a:pt x="5" y="450"/>
                    </a:cubicBezTo>
                    <a:lnTo>
                      <a:pt x="20" y="484"/>
                    </a:lnTo>
                    <a:lnTo>
                      <a:pt x="20" y="486"/>
                    </a:lnTo>
                    <a:cubicBezTo>
                      <a:pt x="8" y="504"/>
                      <a:pt x="0" y="525"/>
                      <a:pt x="0" y="543"/>
                    </a:cubicBezTo>
                    <a:lnTo>
                      <a:pt x="0" y="594"/>
                    </a:lnTo>
                    <a:cubicBezTo>
                      <a:pt x="0" y="611"/>
                      <a:pt x="7" y="631"/>
                      <a:pt x="18" y="638"/>
                    </a:cubicBezTo>
                    <a:lnTo>
                      <a:pt x="5" y="684"/>
                    </a:lnTo>
                    <a:cubicBezTo>
                      <a:pt x="1" y="699"/>
                      <a:pt x="5" y="726"/>
                      <a:pt x="20" y="732"/>
                    </a:cubicBezTo>
                    <a:lnTo>
                      <a:pt x="20" y="811"/>
                    </a:lnTo>
                    <a:lnTo>
                      <a:pt x="37" y="844"/>
                    </a:lnTo>
                    <a:lnTo>
                      <a:pt x="69" y="826"/>
                    </a:lnTo>
                    <a:lnTo>
                      <a:pt x="101" y="807"/>
                    </a:lnTo>
                    <a:lnTo>
                      <a:pt x="187" y="757"/>
                    </a:lnTo>
                    <a:cubicBezTo>
                      <a:pt x="194" y="768"/>
                      <a:pt x="207" y="770"/>
                      <a:pt x="222" y="761"/>
                    </a:cubicBezTo>
                    <a:lnTo>
                      <a:pt x="231" y="756"/>
                    </a:lnTo>
                    <a:cubicBezTo>
                      <a:pt x="240" y="751"/>
                      <a:pt x="248" y="743"/>
                      <a:pt x="255" y="734"/>
                    </a:cubicBezTo>
                    <a:cubicBezTo>
                      <a:pt x="266" y="738"/>
                      <a:pt x="281" y="736"/>
                      <a:pt x="297" y="726"/>
                    </a:cubicBezTo>
                    <a:lnTo>
                      <a:pt x="322" y="712"/>
                    </a:lnTo>
                    <a:cubicBezTo>
                      <a:pt x="338" y="703"/>
                      <a:pt x="352" y="689"/>
                      <a:pt x="364" y="672"/>
                    </a:cubicBezTo>
                    <a:cubicBezTo>
                      <a:pt x="370" y="673"/>
                      <a:pt x="378" y="671"/>
                      <a:pt x="386" y="666"/>
                    </a:cubicBezTo>
                    <a:lnTo>
                      <a:pt x="394" y="662"/>
                    </a:lnTo>
                    <a:cubicBezTo>
                      <a:pt x="410" y="653"/>
                      <a:pt x="423" y="635"/>
                      <a:pt x="430" y="617"/>
                    </a:cubicBezTo>
                    <a:lnTo>
                      <a:pt x="513" y="569"/>
                    </a:lnTo>
                    <a:lnTo>
                      <a:pt x="532" y="558"/>
                    </a:lnTo>
                    <a:cubicBezTo>
                      <a:pt x="547" y="549"/>
                      <a:pt x="570" y="541"/>
                      <a:pt x="581" y="528"/>
                    </a:cubicBezTo>
                    <a:cubicBezTo>
                      <a:pt x="597" y="511"/>
                      <a:pt x="597" y="471"/>
                      <a:pt x="597" y="449"/>
                    </a:cubicBezTo>
                    <a:cubicBezTo>
                      <a:pt x="596" y="435"/>
                      <a:pt x="594" y="421"/>
                      <a:pt x="595" y="407"/>
                    </a:cubicBezTo>
                    <a:cubicBezTo>
                      <a:pt x="595" y="394"/>
                      <a:pt x="598" y="381"/>
                      <a:pt x="599" y="368"/>
                    </a:cubicBezTo>
                    <a:cubicBezTo>
                      <a:pt x="603" y="341"/>
                      <a:pt x="606" y="310"/>
                      <a:pt x="604" y="28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6143752" y="1171209"/>
                <a:ext cx="1147568" cy="131673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817" extrusionOk="0">
                    <a:moveTo>
                      <a:pt x="0" y="756"/>
                    </a:moveTo>
                    <a:cubicBezTo>
                      <a:pt x="13" y="759"/>
                      <a:pt x="27" y="759"/>
                      <a:pt x="39" y="757"/>
                    </a:cubicBezTo>
                    <a:cubicBezTo>
                      <a:pt x="50" y="755"/>
                      <a:pt x="60" y="752"/>
                      <a:pt x="70" y="755"/>
                    </a:cubicBezTo>
                    <a:cubicBezTo>
                      <a:pt x="76" y="756"/>
                      <a:pt x="81" y="759"/>
                      <a:pt x="85" y="762"/>
                    </a:cubicBezTo>
                    <a:cubicBezTo>
                      <a:pt x="97" y="771"/>
                      <a:pt x="111" y="790"/>
                      <a:pt x="125" y="794"/>
                    </a:cubicBezTo>
                    <a:cubicBezTo>
                      <a:pt x="135" y="798"/>
                      <a:pt x="145" y="794"/>
                      <a:pt x="156" y="800"/>
                    </a:cubicBezTo>
                    <a:cubicBezTo>
                      <a:pt x="172" y="808"/>
                      <a:pt x="185" y="822"/>
                      <a:pt x="202" y="816"/>
                    </a:cubicBezTo>
                    <a:cubicBezTo>
                      <a:pt x="204" y="816"/>
                      <a:pt x="206" y="815"/>
                      <a:pt x="208" y="813"/>
                    </a:cubicBezTo>
                    <a:cubicBezTo>
                      <a:pt x="236" y="798"/>
                      <a:pt x="259" y="765"/>
                      <a:pt x="280" y="742"/>
                    </a:cubicBezTo>
                    <a:cubicBezTo>
                      <a:pt x="307" y="714"/>
                      <a:pt x="335" y="686"/>
                      <a:pt x="373" y="675"/>
                    </a:cubicBezTo>
                    <a:cubicBezTo>
                      <a:pt x="403" y="667"/>
                      <a:pt x="434" y="670"/>
                      <a:pt x="464" y="669"/>
                    </a:cubicBezTo>
                    <a:cubicBezTo>
                      <a:pt x="495" y="669"/>
                      <a:pt x="527" y="663"/>
                      <a:pt x="549" y="642"/>
                    </a:cubicBezTo>
                    <a:cubicBezTo>
                      <a:pt x="563" y="628"/>
                      <a:pt x="570" y="609"/>
                      <a:pt x="581" y="593"/>
                    </a:cubicBezTo>
                    <a:cubicBezTo>
                      <a:pt x="603" y="562"/>
                      <a:pt x="629" y="551"/>
                      <a:pt x="663" y="540"/>
                    </a:cubicBezTo>
                    <a:cubicBezTo>
                      <a:pt x="678" y="535"/>
                      <a:pt x="695" y="547"/>
                      <a:pt x="712" y="547"/>
                    </a:cubicBezTo>
                    <a:cubicBezTo>
                      <a:pt x="700" y="488"/>
                      <a:pt x="692" y="427"/>
                      <a:pt x="690" y="367"/>
                    </a:cubicBezTo>
                    <a:cubicBezTo>
                      <a:pt x="688" y="307"/>
                      <a:pt x="692" y="246"/>
                      <a:pt x="672" y="188"/>
                    </a:cubicBezTo>
                    <a:cubicBezTo>
                      <a:pt x="670" y="182"/>
                      <a:pt x="668" y="176"/>
                      <a:pt x="665" y="170"/>
                    </a:cubicBezTo>
                    <a:cubicBezTo>
                      <a:pt x="660" y="161"/>
                      <a:pt x="655" y="152"/>
                      <a:pt x="652" y="142"/>
                    </a:cubicBezTo>
                    <a:cubicBezTo>
                      <a:pt x="646" y="125"/>
                      <a:pt x="644" y="106"/>
                      <a:pt x="636" y="89"/>
                    </a:cubicBezTo>
                    <a:cubicBezTo>
                      <a:pt x="623" y="58"/>
                      <a:pt x="585" y="38"/>
                      <a:pt x="559" y="18"/>
                    </a:cubicBezTo>
                    <a:cubicBezTo>
                      <a:pt x="552" y="13"/>
                      <a:pt x="546" y="8"/>
                      <a:pt x="538" y="4"/>
                    </a:cubicBezTo>
                    <a:cubicBezTo>
                      <a:pt x="528" y="1"/>
                      <a:pt x="518" y="1"/>
                      <a:pt x="507" y="0"/>
                    </a:cubicBezTo>
                    <a:cubicBezTo>
                      <a:pt x="455" y="0"/>
                      <a:pt x="401" y="2"/>
                      <a:pt x="353" y="22"/>
                    </a:cubicBezTo>
                    <a:cubicBezTo>
                      <a:pt x="334" y="30"/>
                      <a:pt x="316" y="41"/>
                      <a:pt x="296" y="48"/>
                    </a:cubicBezTo>
                    <a:cubicBezTo>
                      <a:pt x="256" y="62"/>
                      <a:pt x="215" y="56"/>
                      <a:pt x="174" y="48"/>
                    </a:cubicBezTo>
                    <a:cubicBezTo>
                      <a:pt x="153" y="43"/>
                      <a:pt x="146" y="41"/>
                      <a:pt x="140" y="63"/>
                    </a:cubicBezTo>
                    <a:cubicBezTo>
                      <a:pt x="140" y="64"/>
                      <a:pt x="140" y="65"/>
                      <a:pt x="140" y="65"/>
                    </a:cubicBezTo>
                    <a:cubicBezTo>
                      <a:pt x="135" y="87"/>
                      <a:pt x="135" y="109"/>
                      <a:pt x="134" y="131"/>
                    </a:cubicBezTo>
                    <a:cubicBezTo>
                      <a:pt x="132" y="167"/>
                      <a:pt x="124" y="202"/>
                      <a:pt x="114" y="236"/>
                    </a:cubicBezTo>
                    <a:cubicBezTo>
                      <a:pt x="111" y="245"/>
                      <a:pt x="108" y="255"/>
                      <a:pt x="105" y="264"/>
                    </a:cubicBezTo>
                    <a:cubicBezTo>
                      <a:pt x="99" y="282"/>
                      <a:pt x="92" y="300"/>
                      <a:pt x="87" y="318"/>
                    </a:cubicBezTo>
                    <a:cubicBezTo>
                      <a:pt x="82" y="337"/>
                      <a:pt x="80" y="357"/>
                      <a:pt x="84" y="378"/>
                    </a:cubicBezTo>
                    <a:cubicBezTo>
                      <a:pt x="89" y="406"/>
                      <a:pt x="84" y="439"/>
                      <a:pt x="80" y="467"/>
                    </a:cubicBezTo>
                    <a:cubicBezTo>
                      <a:pt x="77" y="484"/>
                      <a:pt x="73" y="501"/>
                      <a:pt x="69" y="518"/>
                    </a:cubicBezTo>
                    <a:cubicBezTo>
                      <a:pt x="67" y="529"/>
                      <a:pt x="65" y="541"/>
                      <a:pt x="65" y="553"/>
                    </a:cubicBezTo>
                    <a:cubicBezTo>
                      <a:pt x="65" y="556"/>
                      <a:pt x="65" y="560"/>
                      <a:pt x="65" y="563"/>
                    </a:cubicBezTo>
                    <a:cubicBezTo>
                      <a:pt x="64" y="584"/>
                      <a:pt x="61" y="604"/>
                      <a:pt x="57" y="624"/>
                    </a:cubicBezTo>
                    <a:cubicBezTo>
                      <a:pt x="47" y="671"/>
                      <a:pt x="28" y="716"/>
                      <a:pt x="0" y="7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6388739" y="1461309"/>
                <a:ext cx="836500" cy="454491"/>
              </a:xfrm>
              <a:custGeom>
                <a:avLst/>
                <a:gdLst/>
                <a:ahLst/>
                <a:cxnLst/>
                <a:rect l="l" t="t" r="r" b="b"/>
                <a:pathLst>
                  <a:path w="519" h="282" extrusionOk="0">
                    <a:moveTo>
                      <a:pt x="444" y="78"/>
                    </a:moveTo>
                    <a:cubicBezTo>
                      <a:pt x="387" y="110"/>
                      <a:pt x="330" y="142"/>
                      <a:pt x="269" y="166"/>
                    </a:cubicBezTo>
                    <a:cubicBezTo>
                      <a:pt x="231" y="181"/>
                      <a:pt x="197" y="199"/>
                      <a:pt x="162" y="221"/>
                    </a:cubicBezTo>
                    <a:cubicBezTo>
                      <a:pt x="128" y="242"/>
                      <a:pt x="89" y="257"/>
                      <a:pt x="52" y="274"/>
                    </a:cubicBezTo>
                    <a:cubicBezTo>
                      <a:pt x="40" y="279"/>
                      <a:pt x="26" y="286"/>
                      <a:pt x="12" y="281"/>
                    </a:cubicBezTo>
                    <a:cubicBezTo>
                      <a:pt x="0" y="276"/>
                      <a:pt x="-6" y="262"/>
                      <a:pt x="6" y="252"/>
                    </a:cubicBezTo>
                    <a:cubicBezTo>
                      <a:pt x="24" y="238"/>
                      <a:pt x="50" y="228"/>
                      <a:pt x="70" y="218"/>
                    </a:cubicBezTo>
                    <a:cubicBezTo>
                      <a:pt x="113" y="196"/>
                      <a:pt x="158" y="177"/>
                      <a:pt x="202" y="158"/>
                    </a:cubicBezTo>
                    <a:cubicBezTo>
                      <a:pt x="253" y="136"/>
                      <a:pt x="300" y="108"/>
                      <a:pt x="347" y="78"/>
                    </a:cubicBezTo>
                    <a:cubicBezTo>
                      <a:pt x="389" y="52"/>
                      <a:pt x="432" y="32"/>
                      <a:pt x="475" y="7"/>
                    </a:cubicBezTo>
                    <a:cubicBezTo>
                      <a:pt x="479" y="4"/>
                      <a:pt x="484" y="1"/>
                      <a:pt x="490" y="0"/>
                    </a:cubicBezTo>
                    <a:cubicBezTo>
                      <a:pt x="505" y="-2"/>
                      <a:pt x="523" y="18"/>
                      <a:pt x="518" y="33"/>
                    </a:cubicBezTo>
                    <a:cubicBezTo>
                      <a:pt x="511" y="50"/>
                      <a:pt x="460" y="69"/>
                      <a:pt x="444" y="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6143752" y="1193772"/>
                <a:ext cx="330409" cy="1294171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03" extrusionOk="0">
                    <a:moveTo>
                      <a:pt x="0" y="742"/>
                    </a:moveTo>
                    <a:cubicBezTo>
                      <a:pt x="13" y="745"/>
                      <a:pt x="27" y="745"/>
                      <a:pt x="39" y="743"/>
                    </a:cubicBezTo>
                    <a:cubicBezTo>
                      <a:pt x="50" y="741"/>
                      <a:pt x="60" y="738"/>
                      <a:pt x="70" y="741"/>
                    </a:cubicBezTo>
                    <a:cubicBezTo>
                      <a:pt x="76" y="742"/>
                      <a:pt x="81" y="745"/>
                      <a:pt x="85" y="748"/>
                    </a:cubicBezTo>
                    <a:cubicBezTo>
                      <a:pt x="97" y="757"/>
                      <a:pt x="111" y="776"/>
                      <a:pt x="125" y="780"/>
                    </a:cubicBezTo>
                    <a:cubicBezTo>
                      <a:pt x="135" y="784"/>
                      <a:pt x="145" y="780"/>
                      <a:pt x="156" y="786"/>
                    </a:cubicBezTo>
                    <a:cubicBezTo>
                      <a:pt x="172" y="794"/>
                      <a:pt x="185" y="808"/>
                      <a:pt x="202" y="802"/>
                    </a:cubicBezTo>
                    <a:cubicBezTo>
                      <a:pt x="210" y="800"/>
                      <a:pt x="201" y="776"/>
                      <a:pt x="199" y="772"/>
                    </a:cubicBezTo>
                    <a:cubicBezTo>
                      <a:pt x="193" y="761"/>
                      <a:pt x="186" y="754"/>
                      <a:pt x="182" y="742"/>
                    </a:cubicBezTo>
                    <a:cubicBezTo>
                      <a:pt x="177" y="725"/>
                      <a:pt x="173" y="708"/>
                      <a:pt x="170" y="692"/>
                    </a:cubicBezTo>
                    <a:cubicBezTo>
                      <a:pt x="163" y="656"/>
                      <a:pt x="160" y="619"/>
                      <a:pt x="161" y="582"/>
                    </a:cubicBezTo>
                    <a:cubicBezTo>
                      <a:pt x="161" y="562"/>
                      <a:pt x="163" y="542"/>
                      <a:pt x="162" y="522"/>
                    </a:cubicBezTo>
                    <a:cubicBezTo>
                      <a:pt x="161" y="507"/>
                      <a:pt x="159" y="491"/>
                      <a:pt x="156" y="475"/>
                    </a:cubicBezTo>
                    <a:cubicBezTo>
                      <a:pt x="150" y="433"/>
                      <a:pt x="143" y="391"/>
                      <a:pt x="136" y="349"/>
                    </a:cubicBezTo>
                    <a:cubicBezTo>
                      <a:pt x="132" y="324"/>
                      <a:pt x="129" y="300"/>
                      <a:pt x="125" y="275"/>
                    </a:cubicBezTo>
                    <a:cubicBezTo>
                      <a:pt x="113" y="201"/>
                      <a:pt x="101" y="126"/>
                      <a:pt x="108" y="51"/>
                    </a:cubicBezTo>
                    <a:cubicBezTo>
                      <a:pt x="110" y="26"/>
                      <a:pt x="115" y="-4"/>
                      <a:pt x="82" y="1"/>
                    </a:cubicBezTo>
                    <a:lnTo>
                      <a:pt x="69" y="8"/>
                    </a:lnTo>
                    <a:lnTo>
                      <a:pt x="69" y="87"/>
                    </a:lnTo>
                    <a:cubicBezTo>
                      <a:pt x="54" y="111"/>
                      <a:pt x="50" y="145"/>
                      <a:pt x="55" y="155"/>
                    </a:cubicBezTo>
                    <a:lnTo>
                      <a:pt x="69" y="189"/>
                    </a:lnTo>
                    <a:lnTo>
                      <a:pt x="69" y="191"/>
                    </a:lnTo>
                    <a:cubicBezTo>
                      <a:pt x="57" y="209"/>
                      <a:pt x="50" y="230"/>
                      <a:pt x="50" y="248"/>
                    </a:cubicBezTo>
                    <a:lnTo>
                      <a:pt x="50" y="299"/>
                    </a:lnTo>
                    <a:cubicBezTo>
                      <a:pt x="50" y="316"/>
                      <a:pt x="57" y="336"/>
                      <a:pt x="67" y="343"/>
                    </a:cubicBezTo>
                    <a:lnTo>
                      <a:pt x="55" y="389"/>
                    </a:lnTo>
                    <a:cubicBezTo>
                      <a:pt x="50" y="404"/>
                      <a:pt x="54" y="431"/>
                      <a:pt x="69" y="437"/>
                    </a:cubicBezTo>
                    <a:lnTo>
                      <a:pt x="69" y="504"/>
                    </a:lnTo>
                    <a:cubicBezTo>
                      <a:pt x="67" y="515"/>
                      <a:pt x="65" y="527"/>
                      <a:pt x="65" y="539"/>
                    </a:cubicBezTo>
                    <a:cubicBezTo>
                      <a:pt x="65" y="542"/>
                      <a:pt x="65" y="546"/>
                      <a:pt x="65" y="549"/>
                    </a:cubicBezTo>
                    <a:cubicBezTo>
                      <a:pt x="64" y="570"/>
                      <a:pt x="61" y="590"/>
                      <a:pt x="57" y="610"/>
                    </a:cubicBezTo>
                    <a:cubicBezTo>
                      <a:pt x="47" y="657"/>
                      <a:pt x="28" y="702"/>
                      <a:pt x="0" y="7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6599879" y="1285637"/>
                <a:ext cx="352974" cy="478666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97" extrusionOk="0">
                    <a:moveTo>
                      <a:pt x="217" y="5"/>
                    </a:moveTo>
                    <a:lnTo>
                      <a:pt x="211" y="2"/>
                    </a:lnTo>
                    <a:cubicBezTo>
                      <a:pt x="210" y="2"/>
                      <a:pt x="210" y="1"/>
                      <a:pt x="209" y="1"/>
                    </a:cubicBezTo>
                    <a:lnTo>
                      <a:pt x="209" y="1"/>
                    </a:lnTo>
                    <a:lnTo>
                      <a:pt x="209" y="1"/>
                    </a:lnTo>
                    <a:cubicBezTo>
                      <a:pt x="205" y="0"/>
                      <a:pt x="202" y="0"/>
                      <a:pt x="198" y="2"/>
                    </a:cubicBezTo>
                    <a:lnTo>
                      <a:pt x="18" y="109"/>
                    </a:lnTo>
                    <a:cubicBezTo>
                      <a:pt x="7" y="116"/>
                      <a:pt x="0" y="129"/>
                      <a:pt x="0" y="142"/>
                    </a:cubicBezTo>
                    <a:lnTo>
                      <a:pt x="2" y="283"/>
                    </a:lnTo>
                    <a:cubicBezTo>
                      <a:pt x="2" y="288"/>
                      <a:pt x="5" y="292"/>
                      <a:pt x="8" y="294"/>
                    </a:cubicBezTo>
                    <a:lnTo>
                      <a:pt x="8" y="294"/>
                    </a:lnTo>
                    <a:lnTo>
                      <a:pt x="15" y="297"/>
                    </a:lnTo>
                    <a:lnTo>
                      <a:pt x="16" y="295"/>
                    </a:lnTo>
                    <a:cubicBezTo>
                      <a:pt x="18" y="295"/>
                      <a:pt x="19" y="295"/>
                      <a:pt x="20" y="294"/>
                    </a:cubicBezTo>
                    <a:lnTo>
                      <a:pt x="200" y="187"/>
                    </a:lnTo>
                    <a:cubicBezTo>
                      <a:pt x="212" y="180"/>
                      <a:pt x="219" y="167"/>
                      <a:pt x="219" y="153"/>
                    </a:cubicBezTo>
                    <a:lnTo>
                      <a:pt x="217" y="13"/>
                    </a:lnTo>
                    <a:cubicBezTo>
                      <a:pt x="217" y="10"/>
                      <a:pt x="216" y="9"/>
                      <a:pt x="215" y="7"/>
                    </a:cubicBezTo>
                    <a:lnTo>
                      <a:pt x="217" y="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6711091" y="1585408"/>
                <a:ext cx="109599" cy="1450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0" extrusionOk="0">
                    <a:moveTo>
                      <a:pt x="56" y="65"/>
                    </a:moveTo>
                    <a:lnTo>
                      <a:pt x="16" y="89"/>
                    </a:lnTo>
                    <a:cubicBezTo>
                      <a:pt x="9" y="93"/>
                      <a:pt x="0" y="88"/>
                      <a:pt x="0" y="80"/>
                    </a:cubicBezTo>
                    <a:lnTo>
                      <a:pt x="0" y="41"/>
                    </a:lnTo>
                    <a:lnTo>
                      <a:pt x="67" y="0"/>
                    </a:lnTo>
                    <a:lnTo>
                      <a:pt x="68" y="44"/>
                    </a:lnTo>
                    <a:cubicBezTo>
                      <a:pt x="68" y="53"/>
                      <a:pt x="63" y="61"/>
                      <a:pt x="56" y="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6720761" y="1590243"/>
                <a:ext cx="111211" cy="1450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90" extrusionOk="0">
                    <a:moveTo>
                      <a:pt x="57" y="65"/>
                    </a:moveTo>
                    <a:lnTo>
                      <a:pt x="17" y="89"/>
                    </a:lnTo>
                    <a:cubicBezTo>
                      <a:pt x="10" y="93"/>
                      <a:pt x="1" y="88"/>
                      <a:pt x="1" y="80"/>
                    </a:cubicBezTo>
                    <a:lnTo>
                      <a:pt x="0" y="41"/>
                    </a:lnTo>
                    <a:lnTo>
                      <a:pt x="68" y="0"/>
                    </a:lnTo>
                    <a:lnTo>
                      <a:pt x="69" y="44"/>
                    </a:lnTo>
                    <a:cubicBezTo>
                      <a:pt x="69" y="52"/>
                      <a:pt x="64" y="61"/>
                      <a:pt x="57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6751385" y="1633758"/>
                <a:ext cx="40294" cy="215964"/>
              </a:xfrm>
              <a:custGeom>
                <a:avLst/>
                <a:gdLst/>
                <a:ahLst/>
                <a:cxnLst/>
                <a:rect l="l" t="t" r="r" b="b"/>
                <a:pathLst>
                  <a:path w="25" h="134" extrusionOk="0">
                    <a:moveTo>
                      <a:pt x="1" y="113"/>
                    </a:moveTo>
                    <a:lnTo>
                      <a:pt x="0" y="5"/>
                    </a:lnTo>
                    <a:lnTo>
                      <a:pt x="23" y="0"/>
                    </a:lnTo>
                    <a:lnTo>
                      <a:pt x="24" y="98"/>
                    </a:lnTo>
                    <a:lnTo>
                      <a:pt x="25" y="134"/>
                    </a:lnTo>
                    <a:lnTo>
                      <a:pt x="1" y="11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2925" rIns="81625" bIns="29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6609550" y="1290472"/>
                <a:ext cx="352974" cy="475443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95" extrusionOk="0">
                    <a:moveTo>
                      <a:pt x="217" y="12"/>
                    </a:moveTo>
                    <a:lnTo>
                      <a:pt x="219" y="153"/>
                    </a:lnTo>
                    <a:cubicBezTo>
                      <a:pt x="219" y="167"/>
                      <a:pt x="212" y="180"/>
                      <a:pt x="200" y="187"/>
                    </a:cubicBezTo>
                    <a:lnTo>
                      <a:pt x="31" y="287"/>
                    </a:lnTo>
                    <a:lnTo>
                      <a:pt x="20" y="294"/>
                    </a:lnTo>
                    <a:cubicBezTo>
                      <a:pt x="12" y="299"/>
                      <a:pt x="2" y="293"/>
                      <a:pt x="2" y="283"/>
                    </a:cubicBezTo>
                    <a:lnTo>
                      <a:pt x="0" y="142"/>
                    </a:lnTo>
                    <a:cubicBezTo>
                      <a:pt x="0" y="129"/>
                      <a:pt x="7" y="116"/>
                      <a:pt x="18" y="109"/>
                    </a:cubicBezTo>
                    <a:lnTo>
                      <a:pt x="198" y="2"/>
                    </a:lnTo>
                    <a:cubicBezTo>
                      <a:pt x="206" y="-3"/>
                      <a:pt x="217" y="3"/>
                      <a:pt x="217" y="1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6682079" y="1512883"/>
                <a:ext cx="75752" cy="138604"/>
              </a:xfrm>
              <a:custGeom>
                <a:avLst/>
                <a:gdLst/>
                <a:ahLst/>
                <a:cxnLst/>
                <a:rect l="l" t="t" r="r" b="b"/>
                <a:pathLst>
                  <a:path w="47" h="86" extrusionOk="0">
                    <a:moveTo>
                      <a:pt x="38" y="44"/>
                    </a:moveTo>
                    <a:cubicBezTo>
                      <a:pt x="37" y="39"/>
                      <a:pt x="33" y="38"/>
                      <a:pt x="25" y="42"/>
                    </a:cubicBezTo>
                    <a:lnTo>
                      <a:pt x="11" y="51"/>
                    </a:lnTo>
                    <a:lnTo>
                      <a:pt x="11" y="70"/>
                    </a:lnTo>
                    <a:lnTo>
                      <a:pt x="26" y="61"/>
                    </a:lnTo>
                    <a:cubicBezTo>
                      <a:pt x="33" y="57"/>
                      <a:pt x="38" y="51"/>
                      <a:pt x="38" y="44"/>
                    </a:cubicBezTo>
                    <a:moveTo>
                      <a:pt x="35" y="18"/>
                    </a:moveTo>
                    <a:cubicBezTo>
                      <a:pt x="35" y="12"/>
                      <a:pt x="31" y="11"/>
                      <a:pt x="25" y="15"/>
                    </a:cubicBezTo>
                    <a:lnTo>
                      <a:pt x="10" y="24"/>
                    </a:lnTo>
                    <a:lnTo>
                      <a:pt x="10" y="41"/>
                    </a:lnTo>
                    <a:lnTo>
                      <a:pt x="25" y="32"/>
                    </a:lnTo>
                    <a:cubicBezTo>
                      <a:pt x="31" y="29"/>
                      <a:pt x="35" y="23"/>
                      <a:pt x="35" y="18"/>
                    </a:cubicBezTo>
                    <a:moveTo>
                      <a:pt x="45" y="10"/>
                    </a:moveTo>
                    <a:cubicBezTo>
                      <a:pt x="45" y="17"/>
                      <a:pt x="41" y="25"/>
                      <a:pt x="35" y="30"/>
                    </a:cubicBezTo>
                    <a:cubicBezTo>
                      <a:pt x="43" y="27"/>
                      <a:pt x="47" y="31"/>
                      <a:pt x="47" y="40"/>
                    </a:cubicBezTo>
                    <a:cubicBezTo>
                      <a:pt x="48" y="51"/>
                      <a:pt x="40" y="63"/>
                      <a:pt x="27" y="71"/>
                    </a:cubicBezTo>
                    <a:lnTo>
                      <a:pt x="1" y="86"/>
                    </a:lnTo>
                    <a:lnTo>
                      <a:pt x="0" y="19"/>
                    </a:lnTo>
                    <a:lnTo>
                      <a:pt x="25" y="4"/>
                    </a:lnTo>
                    <a:cubicBezTo>
                      <a:pt x="37" y="-3"/>
                      <a:pt x="45" y="-1"/>
                      <a:pt x="45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9"/>
              <p:cNvSpPr/>
              <p:nvPr/>
            </p:nvSpPr>
            <p:spPr>
              <a:xfrm>
                <a:off x="6775561" y="1479038"/>
                <a:ext cx="17729" cy="116040"/>
              </a:xfrm>
              <a:custGeom>
                <a:avLst/>
                <a:gdLst/>
                <a:ahLst/>
                <a:cxnLst/>
                <a:rect l="l" t="t" r="r" b="b"/>
                <a:pathLst>
                  <a:path w="11" h="72" extrusionOk="0">
                    <a:moveTo>
                      <a:pt x="10" y="0"/>
                    </a:moveTo>
                    <a:lnTo>
                      <a:pt x="11" y="67"/>
                    </a:lnTo>
                    <a:lnTo>
                      <a:pt x="1" y="72"/>
                    </a:lnTo>
                    <a:lnTo>
                      <a:pt x="0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9"/>
              <p:cNvSpPr/>
              <p:nvPr/>
            </p:nvSpPr>
            <p:spPr>
              <a:xfrm>
                <a:off x="6815855" y="1433911"/>
                <a:ext cx="87035" cy="138604"/>
              </a:xfrm>
              <a:custGeom>
                <a:avLst/>
                <a:gdLst/>
                <a:ahLst/>
                <a:cxnLst/>
                <a:rect l="l" t="t" r="r" b="b"/>
                <a:pathLst>
                  <a:path w="54" h="86" extrusionOk="0">
                    <a:moveTo>
                      <a:pt x="44" y="26"/>
                    </a:moveTo>
                    <a:cubicBezTo>
                      <a:pt x="44" y="13"/>
                      <a:pt x="35" y="8"/>
                      <a:pt x="24" y="15"/>
                    </a:cubicBezTo>
                    <a:lnTo>
                      <a:pt x="10" y="23"/>
                    </a:lnTo>
                    <a:lnTo>
                      <a:pt x="11" y="70"/>
                    </a:lnTo>
                    <a:lnTo>
                      <a:pt x="25" y="61"/>
                    </a:lnTo>
                    <a:cubicBezTo>
                      <a:pt x="36" y="55"/>
                      <a:pt x="44" y="40"/>
                      <a:pt x="44" y="26"/>
                    </a:cubicBezTo>
                    <a:moveTo>
                      <a:pt x="54" y="21"/>
                    </a:moveTo>
                    <a:cubicBezTo>
                      <a:pt x="54" y="40"/>
                      <a:pt x="42" y="61"/>
                      <a:pt x="24" y="72"/>
                    </a:cubicBezTo>
                    <a:lnTo>
                      <a:pt x="1" y="86"/>
                    </a:lnTo>
                    <a:lnTo>
                      <a:pt x="0" y="19"/>
                    </a:lnTo>
                    <a:lnTo>
                      <a:pt x="24" y="5"/>
                    </a:lnTo>
                    <a:cubicBezTo>
                      <a:pt x="41" y="-5"/>
                      <a:pt x="54" y="1"/>
                      <a:pt x="54" y="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9"/>
              <p:cNvSpPr/>
              <p:nvPr/>
            </p:nvSpPr>
            <p:spPr>
              <a:xfrm>
                <a:off x="7594334" y="2587867"/>
                <a:ext cx="49964" cy="125710"/>
              </a:xfrm>
              <a:custGeom>
                <a:avLst/>
                <a:gdLst/>
                <a:ahLst/>
                <a:cxnLst/>
                <a:rect l="l" t="t" r="r" b="b"/>
                <a:pathLst>
                  <a:path w="31" h="78" extrusionOk="0">
                    <a:moveTo>
                      <a:pt x="31" y="11"/>
                    </a:moveTo>
                    <a:cubicBezTo>
                      <a:pt x="31" y="11"/>
                      <a:pt x="26" y="38"/>
                      <a:pt x="26" y="45"/>
                    </a:cubicBezTo>
                    <a:cubicBezTo>
                      <a:pt x="26" y="52"/>
                      <a:pt x="12" y="77"/>
                      <a:pt x="12" y="78"/>
                    </a:cubicBezTo>
                    <a:cubicBezTo>
                      <a:pt x="12" y="80"/>
                      <a:pt x="0" y="52"/>
                      <a:pt x="0" y="52"/>
                    </a:cubicBezTo>
                    <a:lnTo>
                      <a:pt x="11" y="0"/>
                    </a:lnTo>
                    <a:lnTo>
                      <a:pt x="31" y="11"/>
                    </a:lnTo>
                    <a:close/>
                  </a:path>
                </a:pathLst>
              </a:custGeom>
              <a:solidFill>
                <a:srgbClr val="FCD1B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9"/>
              <p:cNvSpPr/>
              <p:nvPr/>
            </p:nvSpPr>
            <p:spPr>
              <a:xfrm>
                <a:off x="6711091" y="1796537"/>
                <a:ext cx="101540" cy="264314"/>
              </a:xfrm>
              <a:custGeom>
                <a:avLst/>
                <a:gdLst/>
                <a:ahLst/>
                <a:cxnLst/>
                <a:rect l="l" t="t" r="r" b="b"/>
                <a:pathLst>
                  <a:path w="63" h="164" extrusionOk="0">
                    <a:moveTo>
                      <a:pt x="45" y="154"/>
                    </a:moveTo>
                    <a:cubicBezTo>
                      <a:pt x="45" y="154"/>
                      <a:pt x="46" y="129"/>
                      <a:pt x="50" y="124"/>
                    </a:cubicBezTo>
                    <a:cubicBezTo>
                      <a:pt x="53" y="118"/>
                      <a:pt x="62" y="104"/>
                      <a:pt x="63" y="94"/>
                    </a:cubicBezTo>
                    <a:cubicBezTo>
                      <a:pt x="64" y="83"/>
                      <a:pt x="58" y="50"/>
                      <a:pt x="58" y="50"/>
                    </a:cubicBezTo>
                    <a:lnTo>
                      <a:pt x="53" y="25"/>
                    </a:lnTo>
                    <a:cubicBezTo>
                      <a:pt x="53" y="25"/>
                      <a:pt x="56" y="9"/>
                      <a:pt x="54" y="7"/>
                    </a:cubicBezTo>
                    <a:cubicBezTo>
                      <a:pt x="51" y="6"/>
                      <a:pt x="37" y="5"/>
                      <a:pt x="37" y="5"/>
                    </a:cubicBezTo>
                    <a:cubicBezTo>
                      <a:pt x="37" y="5"/>
                      <a:pt x="30" y="0"/>
                      <a:pt x="25" y="0"/>
                    </a:cubicBezTo>
                    <a:cubicBezTo>
                      <a:pt x="20" y="1"/>
                      <a:pt x="8" y="0"/>
                      <a:pt x="8" y="16"/>
                    </a:cubicBezTo>
                    <a:cubicBezTo>
                      <a:pt x="7" y="31"/>
                      <a:pt x="0" y="45"/>
                      <a:pt x="0" y="50"/>
                    </a:cubicBezTo>
                    <a:cubicBezTo>
                      <a:pt x="0" y="54"/>
                      <a:pt x="-1" y="102"/>
                      <a:pt x="0" y="108"/>
                    </a:cubicBezTo>
                    <a:cubicBezTo>
                      <a:pt x="1" y="115"/>
                      <a:pt x="7" y="137"/>
                      <a:pt x="8" y="156"/>
                    </a:cubicBezTo>
                    <a:cubicBezTo>
                      <a:pt x="8" y="176"/>
                      <a:pt x="45" y="154"/>
                      <a:pt x="45" y="154"/>
                    </a:cubicBezTo>
                    <a:close/>
                  </a:path>
                </a:pathLst>
              </a:custGeom>
              <a:solidFill>
                <a:srgbClr val="FCD1B3"/>
              </a:solidFill>
              <a:ln>
                <a:noFill/>
              </a:ln>
            </p:spPr>
            <p:txBody>
              <a:bodyPr spcFirstLastPara="1" wrap="square" lIns="81625" tIns="12725" rIns="81625" bIns="127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9"/>
              <p:cNvSpPr/>
              <p:nvPr/>
            </p:nvSpPr>
            <p:spPr>
              <a:xfrm>
                <a:off x="7338065" y="3487178"/>
                <a:ext cx="153116" cy="207905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9" extrusionOk="0">
                    <a:moveTo>
                      <a:pt x="92" y="38"/>
                    </a:moveTo>
                    <a:cubicBezTo>
                      <a:pt x="92" y="38"/>
                      <a:pt x="89" y="67"/>
                      <a:pt x="92" y="78"/>
                    </a:cubicBezTo>
                    <a:cubicBezTo>
                      <a:pt x="94" y="89"/>
                      <a:pt x="95" y="106"/>
                      <a:pt x="94" y="113"/>
                    </a:cubicBezTo>
                    <a:cubicBezTo>
                      <a:pt x="93" y="121"/>
                      <a:pt x="87" y="129"/>
                      <a:pt x="66" y="129"/>
                    </a:cubicBezTo>
                    <a:cubicBezTo>
                      <a:pt x="44" y="129"/>
                      <a:pt x="46" y="118"/>
                      <a:pt x="40" y="107"/>
                    </a:cubicBezTo>
                    <a:cubicBezTo>
                      <a:pt x="35" y="96"/>
                      <a:pt x="28" y="79"/>
                      <a:pt x="20" y="67"/>
                    </a:cubicBezTo>
                    <a:cubicBezTo>
                      <a:pt x="13" y="56"/>
                      <a:pt x="-4" y="41"/>
                      <a:pt x="1" y="25"/>
                    </a:cubicBezTo>
                    <a:cubicBezTo>
                      <a:pt x="6" y="8"/>
                      <a:pt x="12" y="-1"/>
                      <a:pt x="19" y="0"/>
                    </a:cubicBezTo>
                    <a:cubicBezTo>
                      <a:pt x="25" y="1"/>
                      <a:pt x="61" y="13"/>
                      <a:pt x="67" y="23"/>
                    </a:cubicBezTo>
                    <a:cubicBezTo>
                      <a:pt x="73" y="33"/>
                      <a:pt x="92" y="38"/>
                      <a:pt x="92" y="3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1300" rIns="81625" bIns="1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>
                <a:off x="7147877" y="3546810"/>
                <a:ext cx="262716" cy="191789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19" extrusionOk="0">
                    <a:moveTo>
                      <a:pt x="100" y="13"/>
                    </a:moveTo>
                    <a:cubicBezTo>
                      <a:pt x="100" y="13"/>
                      <a:pt x="87" y="20"/>
                      <a:pt x="72" y="13"/>
                    </a:cubicBezTo>
                    <a:cubicBezTo>
                      <a:pt x="57" y="5"/>
                      <a:pt x="40" y="-3"/>
                      <a:pt x="24" y="2"/>
                    </a:cubicBezTo>
                    <a:cubicBezTo>
                      <a:pt x="8" y="7"/>
                      <a:pt x="5" y="16"/>
                      <a:pt x="2" y="27"/>
                    </a:cubicBezTo>
                    <a:cubicBezTo>
                      <a:pt x="0" y="39"/>
                      <a:pt x="-3" y="50"/>
                      <a:pt x="4" y="59"/>
                    </a:cubicBezTo>
                    <a:cubicBezTo>
                      <a:pt x="12" y="67"/>
                      <a:pt x="41" y="81"/>
                      <a:pt x="52" y="84"/>
                    </a:cubicBezTo>
                    <a:cubicBezTo>
                      <a:pt x="63" y="87"/>
                      <a:pt x="86" y="99"/>
                      <a:pt x="95" y="105"/>
                    </a:cubicBezTo>
                    <a:cubicBezTo>
                      <a:pt x="103" y="110"/>
                      <a:pt x="123" y="124"/>
                      <a:pt x="139" y="118"/>
                    </a:cubicBezTo>
                    <a:cubicBezTo>
                      <a:pt x="154" y="112"/>
                      <a:pt x="164" y="108"/>
                      <a:pt x="163" y="96"/>
                    </a:cubicBezTo>
                    <a:cubicBezTo>
                      <a:pt x="162" y="84"/>
                      <a:pt x="161" y="81"/>
                      <a:pt x="157" y="77"/>
                    </a:cubicBezTo>
                    <a:cubicBezTo>
                      <a:pt x="153" y="72"/>
                      <a:pt x="154" y="57"/>
                      <a:pt x="150" y="43"/>
                    </a:cubicBezTo>
                    <a:cubicBezTo>
                      <a:pt x="146" y="30"/>
                      <a:pt x="137" y="11"/>
                      <a:pt x="137" y="11"/>
                    </a:cubicBezTo>
                    <a:lnTo>
                      <a:pt x="100" y="1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>
                <a:off x="7341288" y="2691013"/>
                <a:ext cx="259492" cy="904147"/>
              </a:xfrm>
              <a:custGeom>
                <a:avLst/>
                <a:gdLst/>
                <a:ahLst/>
                <a:cxnLst/>
                <a:rect l="l" t="t" r="r" b="b"/>
                <a:pathLst>
                  <a:path w="161" h="561" extrusionOk="0">
                    <a:moveTo>
                      <a:pt x="150" y="0"/>
                    </a:moveTo>
                    <a:cubicBezTo>
                      <a:pt x="150" y="0"/>
                      <a:pt x="167" y="31"/>
                      <a:pt x="158" y="80"/>
                    </a:cubicBezTo>
                    <a:cubicBezTo>
                      <a:pt x="149" y="129"/>
                      <a:pt x="120" y="232"/>
                      <a:pt x="120" y="254"/>
                    </a:cubicBezTo>
                    <a:cubicBezTo>
                      <a:pt x="119" y="275"/>
                      <a:pt x="127" y="310"/>
                      <a:pt x="127" y="376"/>
                    </a:cubicBezTo>
                    <a:cubicBezTo>
                      <a:pt x="126" y="442"/>
                      <a:pt x="105" y="501"/>
                      <a:pt x="101" y="524"/>
                    </a:cubicBezTo>
                    <a:cubicBezTo>
                      <a:pt x="97" y="548"/>
                      <a:pt x="96" y="554"/>
                      <a:pt x="96" y="554"/>
                    </a:cubicBezTo>
                    <a:cubicBezTo>
                      <a:pt x="96" y="554"/>
                      <a:pt x="81" y="571"/>
                      <a:pt x="57" y="555"/>
                    </a:cubicBezTo>
                    <a:cubicBezTo>
                      <a:pt x="33" y="538"/>
                      <a:pt x="28" y="519"/>
                      <a:pt x="28" y="519"/>
                    </a:cubicBezTo>
                    <a:lnTo>
                      <a:pt x="32" y="426"/>
                    </a:lnTo>
                    <a:cubicBezTo>
                      <a:pt x="32" y="426"/>
                      <a:pt x="18" y="289"/>
                      <a:pt x="13" y="248"/>
                    </a:cubicBezTo>
                    <a:cubicBezTo>
                      <a:pt x="7" y="208"/>
                      <a:pt x="-8" y="142"/>
                      <a:pt x="6" y="92"/>
                    </a:cubicBezTo>
                    <a:cubicBezTo>
                      <a:pt x="21" y="42"/>
                      <a:pt x="26" y="15"/>
                      <a:pt x="26" y="15"/>
                    </a:cubicBez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9"/>
              <p:cNvSpPr/>
              <p:nvPr/>
            </p:nvSpPr>
            <p:spPr>
              <a:xfrm>
                <a:off x="7126924" y="2689402"/>
                <a:ext cx="319127" cy="944439"/>
              </a:xfrm>
              <a:custGeom>
                <a:avLst/>
                <a:gdLst/>
                <a:ahLst/>
                <a:cxnLst/>
                <a:rect l="l" t="t" r="r" b="b"/>
                <a:pathLst>
                  <a:path w="198" h="586" extrusionOk="0">
                    <a:moveTo>
                      <a:pt x="193" y="35"/>
                    </a:moveTo>
                    <a:cubicBezTo>
                      <a:pt x="193" y="35"/>
                      <a:pt x="207" y="41"/>
                      <a:pt x="187" y="88"/>
                    </a:cubicBezTo>
                    <a:cubicBezTo>
                      <a:pt x="168" y="135"/>
                      <a:pt x="155" y="139"/>
                      <a:pt x="155" y="139"/>
                    </a:cubicBezTo>
                    <a:cubicBezTo>
                      <a:pt x="155" y="139"/>
                      <a:pt x="153" y="196"/>
                      <a:pt x="159" y="276"/>
                    </a:cubicBezTo>
                    <a:cubicBezTo>
                      <a:pt x="164" y="356"/>
                      <a:pt x="178" y="375"/>
                      <a:pt x="173" y="442"/>
                    </a:cubicBezTo>
                    <a:cubicBezTo>
                      <a:pt x="169" y="510"/>
                      <a:pt x="156" y="582"/>
                      <a:pt x="156" y="582"/>
                    </a:cubicBezTo>
                    <a:cubicBezTo>
                      <a:pt x="156" y="582"/>
                      <a:pt x="122" y="597"/>
                      <a:pt x="100" y="570"/>
                    </a:cubicBezTo>
                    <a:cubicBezTo>
                      <a:pt x="91" y="531"/>
                      <a:pt x="72" y="428"/>
                      <a:pt x="71" y="420"/>
                    </a:cubicBezTo>
                    <a:cubicBezTo>
                      <a:pt x="71" y="411"/>
                      <a:pt x="44" y="277"/>
                      <a:pt x="37" y="250"/>
                    </a:cubicBezTo>
                    <a:cubicBezTo>
                      <a:pt x="31" y="224"/>
                      <a:pt x="-14" y="75"/>
                      <a:pt x="5" y="21"/>
                    </a:cubicBezTo>
                    <a:cubicBezTo>
                      <a:pt x="24" y="-33"/>
                      <a:pt x="193" y="35"/>
                      <a:pt x="193" y="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9"/>
              <p:cNvSpPr/>
              <p:nvPr/>
            </p:nvSpPr>
            <p:spPr>
              <a:xfrm>
                <a:off x="7102748" y="2030229"/>
                <a:ext cx="556055" cy="792942"/>
              </a:xfrm>
              <a:custGeom>
                <a:avLst/>
                <a:gdLst/>
                <a:ahLst/>
                <a:cxnLst/>
                <a:rect l="l" t="t" r="r" b="b"/>
                <a:pathLst>
                  <a:path w="345" h="492" extrusionOk="0">
                    <a:moveTo>
                      <a:pt x="38" y="70"/>
                    </a:moveTo>
                    <a:cubicBezTo>
                      <a:pt x="38" y="70"/>
                      <a:pt x="64" y="56"/>
                      <a:pt x="85" y="47"/>
                    </a:cubicBezTo>
                    <a:cubicBezTo>
                      <a:pt x="106" y="37"/>
                      <a:pt x="143" y="17"/>
                      <a:pt x="147" y="17"/>
                    </a:cubicBezTo>
                    <a:cubicBezTo>
                      <a:pt x="151" y="16"/>
                      <a:pt x="280" y="1"/>
                      <a:pt x="287" y="0"/>
                    </a:cubicBezTo>
                    <a:cubicBezTo>
                      <a:pt x="294" y="0"/>
                      <a:pt x="315" y="-2"/>
                      <a:pt x="327" y="12"/>
                    </a:cubicBezTo>
                    <a:cubicBezTo>
                      <a:pt x="339" y="26"/>
                      <a:pt x="349" y="60"/>
                      <a:pt x="343" y="86"/>
                    </a:cubicBezTo>
                    <a:cubicBezTo>
                      <a:pt x="338" y="111"/>
                      <a:pt x="312" y="201"/>
                      <a:pt x="307" y="221"/>
                    </a:cubicBezTo>
                    <a:cubicBezTo>
                      <a:pt x="302" y="241"/>
                      <a:pt x="287" y="289"/>
                      <a:pt x="290" y="300"/>
                    </a:cubicBezTo>
                    <a:cubicBezTo>
                      <a:pt x="293" y="311"/>
                      <a:pt x="313" y="420"/>
                      <a:pt x="313" y="421"/>
                    </a:cubicBezTo>
                    <a:cubicBezTo>
                      <a:pt x="313" y="423"/>
                      <a:pt x="290" y="463"/>
                      <a:pt x="200" y="484"/>
                    </a:cubicBezTo>
                    <a:cubicBezTo>
                      <a:pt x="109" y="505"/>
                      <a:pt x="28" y="480"/>
                      <a:pt x="20" y="475"/>
                    </a:cubicBezTo>
                    <a:cubicBezTo>
                      <a:pt x="12" y="470"/>
                      <a:pt x="4" y="467"/>
                      <a:pt x="1" y="458"/>
                    </a:cubicBezTo>
                    <a:cubicBezTo>
                      <a:pt x="-2" y="448"/>
                      <a:pt x="2" y="381"/>
                      <a:pt x="7" y="360"/>
                    </a:cubicBezTo>
                    <a:cubicBezTo>
                      <a:pt x="13" y="339"/>
                      <a:pt x="26" y="211"/>
                      <a:pt x="26" y="211"/>
                    </a:cubicBezTo>
                    <a:lnTo>
                      <a:pt x="38" y="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6709479" y="2023782"/>
                <a:ext cx="541549" cy="423869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63" extrusionOk="0">
                    <a:moveTo>
                      <a:pt x="49" y="0"/>
                    </a:moveTo>
                    <a:cubicBezTo>
                      <a:pt x="49" y="0"/>
                      <a:pt x="48" y="52"/>
                      <a:pt x="61" y="88"/>
                    </a:cubicBezTo>
                    <a:cubicBezTo>
                      <a:pt x="75" y="123"/>
                      <a:pt x="98" y="175"/>
                      <a:pt x="98" y="175"/>
                    </a:cubicBezTo>
                    <a:cubicBezTo>
                      <a:pt x="98" y="175"/>
                      <a:pt x="179" y="129"/>
                      <a:pt x="200" y="116"/>
                    </a:cubicBezTo>
                    <a:cubicBezTo>
                      <a:pt x="222" y="103"/>
                      <a:pt x="280" y="63"/>
                      <a:pt x="302" y="69"/>
                    </a:cubicBezTo>
                    <a:cubicBezTo>
                      <a:pt x="323" y="75"/>
                      <a:pt x="338" y="114"/>
                      <a:pt x="335" y="159"/>
                    </a:cubicBezTo>
                    <a:cubicBezTo>
                      <a:pt x="331" y="205"/>
                      <a:pt x="278" y="214"/>
                      <a:pt x="223" y="232"/>
                    </a:cubicBezTo>
                    <a:cubicBezTo>
                      <a:pt x="168" y="250"/>
                      <a:pt x="61" y="276"/>
                      <a:pt x="22" y="256"/>
                    </a:cubicBezTo>
                    <a:cubicBezTo>
                      <a:pt x="-15" y="178"/>
                      <a:pt x="6" y="6"/>
                      <a:pt x="6" y="6"/>
                    </a:cubicBezTo>
                    <a:cubicBezTo>
                      <a:pt x="6" y="6"/>
                      <a:pt x="25" y="24"/>
                      <a:pt x="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>
                <a:off x="7280041" y="1701448"/>
                <a:ext cx="207916" cy="385189"/>
              </a:xfrm>
              <a:custGeom>
                <a:avLst/>
                <a:gdLst/>
                <a:ahLst/>
                <a:cxnLst/>
                <a:rect l="l" t="t" r="r" b="b"/>
                <a:pathLst>
                  <a:path w="129" h="239" extrusionOk="0">
                    <a:moveTo>
                      <a:pt x="26" y="226"/>
                    </a:moveTo>
                    <a:cubicBezTo>
                      <a:pt x="26" y="226"/>
                      <a:pt x="36" y="199"/>
                      <a:pt x="36" y="176"/>
                    </a:cubicBezTo>
                    <a:cubicBezTo>
                      <a:pt x="37" y="152"/>
                      <a:pt x="34" y="145"/>
                      <a:pt x="30" y="141"/>
                    </a:cubicBezTo>
                    <a:cubicBezTo>
                      <a:pt x="25" y="136"/>
                      <a:pt x="10" y="136"/>
                      <a:pt x="7" y="126"/>
                    </a:cubicBezTo>
                    <a:cubicBezTo>
                      <a:pt x="5" y="117"/>
                      <a:pt x="1" y="83"/>
                      <a:pt x="0" y="75"/>
                    </a:cubicBezTo>
                    <a:cubicBezTo>
                      <a:pt x="-1" y="66"/>
                      <a:pt x="3" y="47"/>
                      <a:pt x="3" y="47"/>
                    </a:cubicBezTo>
                    <a:cubicBezTo>
                      <a:pt x="3" y="47"/>
                      <a:pt x="6" y="33"/>
                      <a:pt x="6" y="29"/>
                    </a:cubicBezTo>
                    <a:cubicBezTo>
                      <a:pt x="6" y="25"/>
                      <a:pt x="12" y="7"/>
                      <a:pt x="16" y="1"/>
                    </a:cubicBezTo>
                    <a:cubicBezTo>
                      <a:pt x="20" y="-5"/>
                      <a:pt x="124" y="79"/>
                      <a:pt x="128" y="115"/>
                    </a:cubicBezTo>
                    <a:cubicBezTo>
                      <a:pt x="132" y="151"/>
                      <a:pt x="121" y="169"/>
                      <a:pt x="122" y="197"/>
                    </a:cubicBezTo>
                    <a:cubicBezTo>
                      <a:pt x="124" y="226"/>
                      <a:pt x="125" y="229"/>
                      <a:pt x="125" y="229"/>
                    </a:cubicBezTo>
                    <a:cubicBezTo>
                      <a:pt x="125" y="229"/>
                      <a:pt x="87" y="254"/>
                      <a:pt x="26" y="226"/>
                    </a:cubicBezTo>
                    <a:close/>
                  </a:path>
                </a:pathLst>
              </a:custGeom>
              <a:solidFill>
                <a:srgbClr val="FCD1B3"/>
              </a:solidFill>
              <a:ln>
                <a:noFill/>
              </a:ln>
            </p:spPr>
            <p:txBody>
              <a:bodyPr spcFirstLastPara="1" wrap="square" lIns="81625" tIns="37225" rIns="81625" bIns="37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7289712" y="1632146"/>
                <a:ext cx="282057" cy="330392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05" extrusionOk="0">
                    <a:moveTo>
                      <a:pt x="8" y="140"/>
                    </a:moveTo>
                    <a:cubicBezTo>
                      <a:pt x="8" y="140"/>
                      <a:pt x="9" y="122"/>
                      <a:pt x="18" y="127"/>
                    </a:cubicBezTo>
                    <a:cubicBezTo>
                      <a:pt x="27" y="132"/>
                      <a:pt x="32" y="144"/>
                      <a:pt x="39" y="156"/>
                    </a:cubicBezTo>
                    <a:cubicBezTo>
                      <a:pt x="46" y="168"/>
                      <a:pt x="55" y="188"/>
                      <a:pt x="57" y="191"/>
                    </a:cubicBezTo>
                    <a:cubicBezTo>
                      <a:pt x="58" y="195"/>
                      <a:pt x="72" y="202"/>
                      <a:pt x="78" y="204"/>
                    </a:cubicBezTo>
                    <a:cubicBezTo>
                      <a:pt x="85" y="206"/>
                      <a:pt x="112" y="205"/>
                      <a:pt x="112" y="205"/>
                    </a:cubicBezTo>
                    <a:lnTo>
                      <a:pt x="130" y="189"/>
                    </a:lnTo>
                    <a:cubicBezTo>
                      <a:pt x="130" y="189"/>
                      <a:pt x="164" y="134"/>
                      <a:pt x="166" y="127"/>
                    </a:cubicBezTo>
                    <a:cubicBezTo>
                      <a:pt x="167" y="120"/>
                      <a:pt x="179" y="110"/>
                      <a:pt x="174" y="84"/>
                    </a:cubicBezTo>
                    <a:cubicBezTo>
                      <a:pt x="169" y="59"/>
                      <a:pt x="147" y="33"/>
                      <a:pt x="147" y="33"/>
                    </a:cubicBezTo>
                    <a:cubicBezTo>
                      <a:pt x="147" y="33"/>
                      <a:pt x="121" y="11"/>
                      <a:pt x="108" y="6"/>
                    </a:cubicBezTo>
                    <a:cubicBezTo>
                      <a:pt x="96" y="2"/>
                      <a:pt x="67" y="-6"/>
                      <a:pt x="43" y="7"/>
                    </a:cubicBezTo>
                    <a:cubicBezTo>
                      <a:pt x="19" y="20"/>
                      <a:pt x="8" y="31"/>
                      <a:pt x="4" y="59"/>
                    </a:cubicBezTo>
                    <a:cubicBezTo>
                      <a:pt x="0" y="86"/>
                      <a:pt x="5" y="87"/>
                      <a:pt x="4" y="92"/>
                    </a:cubicBezTo>
                    <a:cubicBezTo>
                      <a:pt x="3" y="96"/>
                      <a:pt x="0" y="120"/>
                      <a:pt x="0" y="120"/>
                    </a:cubicBezTo>
                    <a:lnTo>
                      <a:pt x="8" y="140"/>
                    </a:lnTo>
                    <a:close/>
                  </a:path>
                </a:pathLst>
              </a:custGeom>
              <a:solidFill>
                <a:srgbClr val="AB4E25"/>
              </a:solidFill>
              <a:ln>
                <a:noFill/>
              </a:ln>
            </p:spPr>
            <p:txBody>
              <a:bodyPr spcFirstLastPara="1" wrap="square" lIns="81625" tIns="26125" rIns="81625" bIns="261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7436382" y="1738517"/>
                <a:ext cx="124105" cy="6543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06" extrusionOk="0">
                    <a:moveTo>
                      <a:pt x="37" y="4"/>
                    </a:moveTo>
                    <a:cubicBezTo>
                      <a:pt x="37" y="4"/>
                      <a:pt x="61" y="-12"/>
                      <a:pt x="73" y="26"/>
                    </a:cubicBezTo>
                    <a:cubicBezTo>
                      <a:pt x="84" y="64"/>
                      <a:pt x="66" y="146"/>
                      <a:pt x="65" y="181"/>
                    </a:cubicBezTo>
                    <a:cubicBezTo>
                      <a:pt x="64" y="217"/>
                      <a:pt x="60" y="347"/>
                      <a:pt x="57" y="363"/>
                    </a:cubicBezTo>
                    <a:cubicBezTo>
                      <a:pt x="54" y="378"/>
                      <a:pt x="25" y="401"/>
                      <a:pt x="18" y="406"/>
                    </a:cubicBezTo>
                    <a:cubicBezTo>
                      <a:pt x="11" y="411"/>
                      <a:pt x="1" y="383"/>
                      <a:pt x="1" y="367"/>
                    </a:cubicBezTo>
                    <a:cubicBezTo>
                      <a:pt x="1" y="351"/>
                      <a:pt x="2" y="295"/>
                      <a:pt x="0" y="249"/>
                    </a:cubicBezTo>
                    <a:cubicBezTo>
                      <a:pt x="-1" y="203"/>
                      <a:pt x="1" y="160"/>
                      <a:pt x="10" y="124"/>
                    </a:cubicBezTo>
                    <a:cubicBezTo>
                      <a:pt x="18" y="89"/>
                      <a:pt x="30" y="60"/>
                      <a:pt x="23" y="40"/>
                    </a:cubicBezTo>
                    <a:cubicBezTo>
                      <a:pt x="16" y="20"/>
                      <a:pt x="11" y="13"/>
                      <a:pt x="11" y="13"/>
                    </a:cubicBezTo>
                    <a:lnTo>
                      <a:pt x="37" y="4"/>
                    </a:lnTo>
                    <a:close/>
                  </a:path>
                </a:pathLst>
              </a:custGeom>
              <a:solidFill>
                <a:srgbClr val="AB4E2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7305830" y="1833605"/>
                <a:ext cx="20953" cy="61243"/>
              </a:xfrm>
              <a:custGeom>
                <a:avLst/>
                <a:gdLst/>
                <a:ahLst/>
                <a:cxnLst/>
                <a:rect l="l" t="t" r="r" b="b"/>
                <a:pathLst>
                  <a:path w="13" h="38" extrusionOk="0">
                    <a:moveTo>
                      <a:pt x="3" y="11"/>
                    </a:moveTo>
                    <a:cubicBezTo>
                      <a:pt x="3" y="11"/>
                      <a:pt x="-1" y="19"/>
                      <a:pt x="0" y="25"/>
                    </a:cubicBezTo>
                    <a:cubicBezTo>
                      <a:pt x="0" y="30"/>
                      <a:pt x="5" y="38"/>
                      <a:pt x="6" y="38"/>
                    </a:cubicBezTo>
                    <a:cubicBezTo>
                      <a:pt x="6" y="37"/>
                      <a:pt x="10" y="34"/>
                      <a:pt x="10" y="31"/>
                    </a:cubicBezTo>
                    <a:cubicBezTo>
                      <a:pt x="11" y="29"/>
                      <a:pt x="14" y="10"/>
                      <a:pt x="12" y="7"/>
                    </a:cubicBezTo>
                    <a:cubicBezTo>
                      <a:pt x="11" y="3"/>
                      <a:pt x="7" y="-1"/>
                      <a:pt x="5" y="0"/>
                    </a:cubicBezTo>
                    <a:cubicBezTo>
                      <a:pt x="3" y="1"/>
                      <a:pt x="3" y="11"/>
                      <a:pt x="3" y="11"/>
                    </a:cubicBezTo>
                    <a:close/>
                  </a:path>
                </a:pathLst>
              </a:custGeom>
              <a:solidFill>
                <a:srgbClr val="FCD1B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7687816" y="3762774"/>
                <a:ext cx="157952" cy="214352"/>
              </a:xfrm>
              <a:custGeom>
                <a:avLst/>
                <a:gdLst/>
                <a:ahLst/>
                <a:cxnLst/>
                <a:rect l="l" t="t" r="r" b="b"/>
                <a:pathLst>
                  <a:path w="98" h="133" extrusionOk="0">
                    <a:moveTo>
                      <a:pt x="95" y="39"/>
                    </a:moveTo>
                    <a:cubicBezTo>
                      <a:pt x="95" y="39"/>
                      <a:pt x="92" y="70"/>
                      <a:pt x="95" y="81"/>
                    </a:cubicBezTo>
                    <a:cubicBezTo>
                      <a:pt x="97" y="92"/>
                      <a:pt x="99" y="110"/>
                      <a:pt x="98" y="117"/>
                    </a:cubicBezTo>
                    <a:cubicBezTo>
                      <a:pt x="97" y="125"/>
                      <a:pt x="90" y="134"/>
                      <a:pt x="68" y="133"/>
                    </a:cubicBezTo>
                    <a:cubicBezTo>
                      <a:pt x="46" y="133"/>
                      <a:pt x="47" y="122"/>
                      <a:pt x="42" y="111"/>
                    </a:cubicBezTo>
                    <a:cubicBezTo>
                      <a:pt x="36" y="100"/>
                      <a:pt x="29" y="82"/>
                      <a:pt x="21" y="70"/>
                    </a:cubicBezTo>
                    <a:cubicBezTo>
                      <a:pt x="14" y="58"/>
                      <a:pt x="-4" y="43"/>
                      <a:pt x="1" y="25"/>
                    </a:cubicBezTo>
                    <a:cubicBezTo>
                      <a:pt x="6" y="8"/>
                      <a:pt x="13" y="-1"/>
                      <a:pt x="19" y="0"/>
                    </a:cubicBezTo>
                    <a:cubicBezTo>
                      <a:pt x="26" y="1"/>
                      <a:pt x="63" y="13"/>
                      <a:pt x="69" y="24"/>
                    </a:cubicBezTo>
                    <a:cubicBezTo>
                      <a:pt x="75" y="34"/>
                      <a:pt x="95" y="39"/>
                      <a:pt x="95" y="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2600" rIns="81625" bIns="2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7491182" y="3825629"/>
                <a:ext cx="272386" cy="196624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22" extrusionOk="0">
                    <a:moveTo>
                      <a:pt x="103" y="13"/>
                    </a:moveTo>
                    <a:cubicBezTo>
                      <a:pt x="103" y="13"/>
                      <a:pt x="90" y="20"/>
                      <a:pt x="74" y="13"/>
                    </a:cubicBezTo>
                    <a:cubicBezTo>
                      <a:pt x="59" y="5"/>
                      <a:pt x="41" y="-3"/>
                      <a:pt x="25" y="2"/>
                    </a:cubicBezTo>
                    <a:cubicBezTo>
                      <a:pt x="8" y="6"/>
                      <a:pt x="4" y="16"/>
                      <a:pt x="2" y="27"/>
                    </a:cubicBezTo>
                    <a:cubicBezTo>
                      <a:pt x="0" y="39"/>
                      <a:pt x="-3" y="52"/>
                      <a:pt x="4" y="60"/>
                    </a:cubicBezTo>
                    <a:cubicBezTo>
                      <a:pt x="12" y="69"/>
                      <a:pt x="43" y="83"/>
                      <a:pt x="54" y="86"/>
                    </a:cubicBezTo>
                    <a:cubicBezTo>
                      <a:pt x="65" y="90"/>
                      <a:pt x="89" y="102"/>
                      <a:pt x="98" y="108"/>
                    </a:cubicBezTo>
                    <a:cubicBezTo>
                      <a:pt x="106" y="114"/>
                      <a:pt x="127" y="127"/>
                      <a:pt x="144" y="121"/>
                    </a:cubicBezTo>
                    <a:cubicBezTo>
                      <a:pt x="160" y="115"/>
                      <a:pt x="170" y="112"/>
                      <a:pt x="169" y="99"/>
                    </a:cubicBezTo>
                    <a:cubicBezTo>
                      <a:pt x="168" y="87"/>
                      <a:pt x="166" y="83"/>
                      <a:pt x="162" y="79"/>
                    </a:cubicBezTo>
                    <a:cubicBezTo>
                      <a:pt x="158" y="74"/>
                      <a:pt x="159" y="58"/>
                      <a:pt x="155" y="44"/>
                    </a:cubicBezTo>
                    <a:cubicBezTo>
                      <a:pt x="151" y="31"/>
                      <a:pt x="142" y="11"/>
                      <a:pt x="142" y="11"/>
                    </a:cubicBezTo>
                    <a:lnTo>
                      <a:pt x="103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7691040" y="2937599"/>
                <a:ext cx="269163" cy="937992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82" extrusionOk="0">
                    <a:moveTo>
                      <a:pt x="156" y="0"/>
                    </a:moveTo>
                    <a:cubicBezTo>
                      <a:pt x="156" y="0"/>
                      <a:pt x="173" y="32"/>
                      <a:pt x="164" y="83"/>
                    </a:cubicBezTo>
                    <a:cubicBezTo>
                      <a:pt x="155" y="134"/>
                      <a:pt x="125" y="240"/>
                      <a:pt x="124" y="263"/>
                    </a:cubicBezTo>
                    <a:cubicBezTo>
                      <a:pt x="124" y="285"/>
                      <a:pt x="132" y="321"/>
                      <a:pt x="131" y="390"/>
                    </a:cubicBezTo>
                    <a:cubicBezTo>
                      <a:pt x="131" y="458"/>
                      <a:pt x="109" y="519"/>
                      <a:pt x="105" y="544"/>
                    </a:cubicBezTo>
                    <a:cubicBezTo>
                      <a:pt x="100" y="568"/>
                      <a:pt x="99" y="574"/>
                      <a:pt x="99" y="574"/>
                    </a:cubicBezTo>
                    <a:cubicBezTo>
                      <a:pt x="99" y="574"/>
                      <a:pt x="84" y="592"/>
                      <a:pt x="59" y="575"/>
                    </a:cubicBezTo>
                    <a:cubicBezTo>
                      <a:pt x="35" y="558"/>
                      <a:pt x="30" y="537"/>
                      <a:pt x="30" y="537"/>
                    </a:cubicBezTo>
                    <a:lnTo>
                      <a:pt x="33" y="442"/>
                    </a:lnTo>
                    <a:cubicBezTo>
                      <a:pt x="33" y="442"/>
                      <a:pt x="19" y="300"/>
                      <a:pt x="13" y="257"/>
                    </a:cubicBezTo>
                    <a:cubicBezTo>
                      <a:pt x="8" y="215"/>
                      <a:pt x="-9" y="147"/>
                      <a:pt x="6" y="95"/>
                    </a:cubicBezTo>
                    <a:cubicBezTo>
                      <a:pt x="21" y="43"/>
                      <a:pt x="27" y="15"/>
                      <a:pt x="27" y="15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7468617" y="2935987"/>
                <a:ext cx="330409" cy="978284"/>
              </a:xfrm>
              <a:custGeom>
                <a:avLst/>
                <a:gdLst/>
                <a:ahLst/>
                <a:cxnLst/>
                <a:rect l="l" t="t" r="r" b="b"/>
                <a:pathLst>
                  <a:path w="205" h="607" extrusionOk="0">
                    <a:moveTo>
                      <a:pt x="200" y="36"/>
                    </a:moveTo>
                    <a:cubicBezTo>
                      <a:pt x="200" y="36"/>
                      <a:pt x="214" y="43"/>
                      <a:pt x="194" y="91"/>
                    </a:cubicBezTo>
                    <a:cubicBezTo>
                      <a:pt x="174" y="140"/>
                      <a:pt x="161" y="144"/>
                      <a:pt x="161" y="144"/>
                    </a:cubicBezTo>
                    <a:cubicBezTo>
                      <a:pt x="161" y="144"/>
                      <a:pt x="159" y="203"/>
                      <a:pt x="165" y="286"/>
                    </a:cubicBezTo>
                    <a:cubicBezTo>
                      <a:pt x="171" y="369"/>
                      <a:pt x="184" y="388"/>
                      <a:pt x="180" y="458"/>
                    </a:cubicBezTo>
                    <a:cubicBezTo>
                      <a:pt x="175" y="528"/>
                      <a:pt x="162" y="603"/>
                      <a:pt x="162" y="603"/>
                    </a:cubicBezTo>
                    <a:cubicBezTo>
                      <a:pt x="162" y="603"/>
                      <a:pt x="127" y="619"/>
                      <a:pt x="103" y="591"/>
                    </a:cubicBezTo>
                    <a:cubicBezTo>
                      <a:pt x="95" y="550"/>
                      <a:pt x="74" y="444"/>
                      <a:pt x="74" y="435"/>
                    </a:cubicBezTo>
                    <a:cubicBezTo>
                      <a:pt x="74" y="426"/>
                      <a:pt x="45" y="287"/>
                      <a:pt x="39" y="259"/>
                    </a:cubicBezTo>
                    <a:cubicBezTo>
                      <a:pt x="32" y="232"/>
                      <a:pt x="-15" y="78"/>
                      <a:pt x="5" y="22"/>
                    </a:cubicBezTo>
                    <a:cubicBezTo>
                      <a:pt x="25" y="-34"/>
                      <a:pt x="200" y="36"/>
                      <a:pt x="200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8181014" y="1783643"/>
                <a:ext cx="135387" cy="246586"/>
              </a:xfrm>
              <a:custGeom>
                <a:avLst/>
                <a:gdLst/>
                <a:ahLst/>
                <a:cxnLst/>
                <a:rect l="l" t="t" r="r" b="b"/>
                <a:pathLst>
                  <a:path w="84" h="153" extrusionOk="0">
                    <a:moveTo>
                      <a:pt x="84" y="133"/>
                    </a:moveTo>
                    <a:cubicBezTo>
                      <a:pt x="85" y="132"/>
                      <a:pt x="78" y="97"/>
                      <a:pt x="78" y="93"/>
                    </a:cubicBezTo>
                    <a:cubicBezTo>
                      <a:pt x="78" y="90"/>
                      <a:pt x="73" y="80"/>
                      <a:pt x="74" y="74"/>
                    </a:cubicBezTo>
                    <a:cubicBezTo>
                      <a:pt x="75" y="69"/>
                      <a:pt x="72" y="32"/>
                      <a:pt x="68" y="26"/>
                    </a:cubicBezTo>
                    <a:cubicBezTo>
                      <a:pt x="64" y="20"/>
                      <a:pt x="52" y="3"/>
                      <a:pt x="52" y="3"/>
                    </a:cubicBezTo>
                    <a:cubicBezTo>
                      <a:pt x="52" y="3"/>
                      <a:pt x="39" y="-4"/>
                      <a:pt x="37" y="7"/>
                    </a:cubicBezTo>
                    <a:cubicBezTo>
                      <a:pt x="36" y="17"/>
                      <a:pt x="35" y="20"/>
                      <a:pt x="35" y="20"/>
                    </a:cubicBezTo>
                    <a:cubicBezTo>
                      <a:pt x="35" y="20"/>
                      <a:pt x="27" y="12"/>
                      <a:pt x="22" y="11"/>
                    </a:cubicBezTo>
                    <a:cubicBezTo>
                      <a:pt x="17" y="10"/>
                      <a:pt x="8" y="10"/>
                      <a:pt x="7" y="18"/>
                    </a:cubicBezTo>
                    <a:cubicBezTo>
                      <a:pt x="5" y="25"/>
                      <a:pt x="4" y="24"/>
                      <a:pt x="3" y="27"/>
                    </a:cubicBezTo>
                    <a:cubicBezTo>
                      <a:pt x="2" y="29"/>
                      <a:pt x="-2" y="33"/>
                      <a:pt x="0" y="39"/>
                    </a:cubicBezTo>
                    <a:cubicBezTo>
                      <a:pt x="1" y="45"/>
                      <a:pt x="2" y="50"/>
                      <a:pt x="1" y="54"/>
                    </a:cubicBezTo>
                    <a:cubicBezTo>
                      <a:pt x="0" y="59"/>
                      <a:pt x="2" y="66"/>
                      <a:pt x="2" y="66"/>
                    </a:cubicBezTo>
                    <a:cubicBezTo>
                      <a:pt x="2" y="66"/>
                      <a:pt x="4" y="72"/>
                      <a:pt x="13" y="75"/>
                    </a:cubicBezTo>
                    <a:cubicBezTo>
                      <a:pt x="22" y="78"/>
                      <a:pt x="27" y="82"/>
                      <a:pt x="27" y="82"/>
                    </a:cubicBezTo>
                    <a:cubicBezTo>
                      <a:pt x="27" y="82"/>
                      <a:pt x="27" y="96"/>
                      <a:pt x="36" y="101"/>
                    </a:cubicBezTo>
                    <a:cubicBezTo>
                      <a:pt x="44" y="106"/>
                      <a:pt x="47" y="112"/>
                      <a:pt x="47" y="121"/>
                    </a:cubicBezTo>
                    <a:cubicBezTo>
                      <a:pt x="47" y="130"/>
                      <a:pt x="47" y="153"/>
                      <a:pt x="47" y="153"/>
                    </a:cubicBezTo>
                    <a:cubicBezTo>
                      <a:pt x="47" y="153"/>
                      <a:pt x="81" y="153"/>
                      <a:pt x="84" y="133"/>
                    </a:cubicBezTo>
                    <a:close/>
                  </a:path>
                </a:pathLst>
              </a:custGeom>
              <a:solidFill>
                <a:srgbClr val="7C5E45"/>
              </a:solidFill>
              <a:ln>
                <a:noFill/>
              </a:ln>
            </p:spPr>
            <p:txBody>
              <a:bodyPr spcFirstLastPara="1" wrap="square" lIns="81625" tIns="9150" rIns="81625" bIns="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>
                <a:off x="7315500" y="3076202"/>
                <a:ext cx="109599" cy="186954"/>
              </a:xfrm>
              <a:custGeom>
                <a:avLst/>
                <a:gdLst/>
                <a:ahLst/>
                <a:cxnLst/>
                <a:rect l="l" t="t" r="r" b="b"/>
                <a:pathLst>
                  <a:path w="68" h="116" extrusionOk="0">
                    <a:moveTo>
                      <a:pt x="59" y="24"/>
                    </a:moveTo>
                    <a:cubicBezTo>
                      <a:pt x="59" y="24"/>
                      <a:pt x="59" y="43"/>
                      <a:pt x="57" y="51"/>
                    </a:cubicBezTo>
                    <a:cubicBezTo>
                      <a:pt x="56" y="59"/>
                      <a:pt x="48" y="74"/>
                      <a:pt x="48" y="77"/>
                    </a:cubicBezTo>
                    <a:cubicBezTo>
                      <a:pt x="48" y="81"/>
                      <a:pt x="60" y="73"/>
                      <a:pt x="60" y="73"/>
                    </a:cubicBezTo>
                    <a:cubicBezTo>
                      <a:pt x="60" y="73"/>
                      <a:pt x="69" y="82"/>
                      <a:pt x="68" y="89"/>
                    </a:cubicBezTo>
                    <a:cubicBezTo>
                      <a:pt x="66" y="96"/>
                      <a:pt x="65" y="101"/>
                      <a:pt x="66" y="104"/>
                    </a:cubicBezTo>
                    <a:cubicBezTo>
                      <a:pt x="66" y="107"/>
                      <a:pt x="63" y="114"/>
                      <a:pt x="60" y="115"/>
                    </a:cubicBezTo>
                    <a:cubicBezTo>
                      <a:pt x="57" y="116"/>
                      <a:pt x="43" y="118"/>
                      <a:pt x="39" y="116"/>
                    </a:cubicBezTo>
                    <a:cubicBezTo>
                      <a:pt x="34" y="114"/>
                      <a:pt x="18" y="108"/>
                      <a:pt x="13" y="102"/>
                    </a:cubicBezTo>
                    <a:cubicBezTo>
                      <a:pt x="8" y="97"/>
                      <a:pt x="8" y="85"/>
                      <a:pt x="4" y="81"/>
                    </a:cubicBezTo>
                    <a:cubicBezTo>
                      <a:pt x="1" y="76"/>
                      <a:pt x="-1" y="56"/>
                      <a:pt x="0" y="47"/>
                    </a:cubicBezTo>
                    <a:cubicBezTo>
                      <a:pt x="2" y="37"/>
                      <a:pt x="7" y="26"/>
                      <a:pt x="10" y="24"/>
                    </a:cubicBezTo>
                    <a:cubicBezTo>
                      <a:pt x="13" y="21"/>
                      <a:pt x="17" y="15"/>
                      <a:pt x="21" y="8"/>
                    </a:cubicBezTo>
                    <a:lnTo>
                      <a:pt x="24" y="0"/>
                    </a:lnTo>
                    <a:lnTo>
                      <a:pt x="59" y="24"/>
                    </a:lnTo>
                    <a:close/>
                  </a:path>
                </a:pathLst>
              </a:custGeom>
              <a:solidFill>
                <a:srgbClr val="7C5E4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7903792" y="1980267"/>
                <a:ext cx="454514" cy="448044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78" extrusionOk="0">
                    <a:moveTo>
                      <a:pt x="32" y="147"/>
                    </a:moveTo>
                    <a:cubicBezTo>
                      <a:pt x="32" y="147"/>
                      <a:pt x="84" y="156"/>
                      <a:pt x="117" y="165"/>
                    </a:cubicBezTo>
                    <a:cubicBezTo>
                      <a:pt x="150" y="175"/>
                      <a:pt x="203" y="171"/>
                      <a:pt x="203" y="171"/>
                    </a:cubicBezTo>
                    <a:cubicBezTo>
                      <a:pt x="203" y="171"/>
                      <a:pt x="217" y="68"/>
                      <a:pt x="216" y="40"/>
                    </a:cubicBezTo>
                    <a:lnTo>
                      <a:pt x="216" y="12"/>
                    </a:lnTo>
                    <a:cubicBezTo>
                      <a:pt x="216" y="12"/>
                      <a:pt x="222" y="18"/>
                      <a:pt x="238" y="16"/>
                    </a:cubicBezTo>
                    <a:cubicBezTo>
                      <a:pt x="254" y="13"/>
                      <a:pt x="259" y="0"/>
                      <a:pt x="259" y="0"/>
                    </a:cubicBezTo>
                    <a:cubicBezTo>
                      <a:pt x="259" y="0"/>
                      <a:pt x="279" y="64"/>
                      <a:pt x="281" y="136"/>
                    </a:cubicBezTo>
                    <a:cubicBezTo>
                      <a:pt x="283" y="207"/>
                      <a:pt x="280" y="217"/>
                      <a:pt x="274" y="227"/>
                    </a:cubicBezTo>
                    <a:cubicBezTo>
                      <a:pt x="267" y="236"/>
                      <a:pt x="225" y="276"/>
                      <a:pt x="80" y="278"/>
                    </a:cubicBezTo>
                    <a:cubicBezTo>
                      <a:pt x="-65" y="279"/>
                      <a:pt x="32" y="147"/>
                      <a:pt x="32" y="1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7460558" y="2213959"/>
                <a:ext cx="565725" cy="81550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506" extrusionOk="0">
                    <a:moveTo>
                      <a:pt x="163" y="31"/>
                    </a:moveTo>
                    <a:cubicBezTo>
                      <a:pt x="166" y="30"/>
                      <a:pt x="264" y="-6"/>
                      <a:pt x="291" y="1"/>
                    </a:cubicBezTo>
                    <a:cubicBezTo>
                      <a:pt x="317" y="8"/>
                      <a:pt x="324" y="14"/>
                      <a:pt x="334" y="50"/>
                    </a:cubicBezTo>
                    <a:cubicBezTo>
                      <a:pt x="345" y="85"/>
                      <a:pt x="361" y="102"/>
                      <a:pt x="343" y="161"/>
                    </a:cubicBezTo>
                    <a:cubicBezTo>
                      <a:pt x="326" y="219"/>
                      <a:pt x="289" y="283"/>
                      <a:pt x="291" y="310"/>
                    </a:cubicBezTo>
                    <a:cubicBezTo>
                      <a:pt x="293" y="337"/>
                      <a:pt x="321" y="382"/>
                      <a:pt x="322" y="420"/>
                    </a:cubicBezTo>
                    <a:cubicBezTo>
                      <a:pt x="324" y="458"/>
                      <a:pt x="327" y="468"/>
                      <a:pt x="242" y="490"/>
                    </a:cubicBezTo>
                    <a:cubicBezTo>
                      <a:pt x="156" y="513"/>
                      <a:pt x="93" y="510"/>
                      <a:pt x="46" y="488"/>
                    </a:cubicBezTo>
                    <a:cubicBezTo>
                      <a:pt x="0" y="465"/>
                      <a:pt x="0" y="439"/>
                      <a:pt x="0" y="439"/>
                    </a:cubicBezTo>
                    <a:cubicBezTo>
                      <a:pt x="0" y="439"/>
                      <a:pt x="12" y="279"/>
                      <a:pt x="12" y="265"/>
                    </a:cubicBezTo>
                    <a:cubicBezTo>
                      <a:pt x="13" y="252"/>
                      <a:pt x="19" y="123"/>
                      <a:pt x="49" y="99"/>
                    </a:cubicBezTo>
                    <a:cubicBezTo>
                      <a:pt x="78" y="75"/>
                      <a:pt x="122" y="36"/>
                      <a:pt x="163" y="3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7344512" y="2371903"/>
                <a:ext cx="291727" cy="757485"/>
              </a:xfrm>
              <a:custGeom>
                <a:avLst/>
                <a:gdLst/>
                <a:ahLst/>
                <a:cxnLst/>
                <a:rect l="l" t="t" r="r" b="b"/>
                <a:pathLst>
                  <a:path w="181" h="470" extrusionOk="0">
                    <a:moveTo>
                      <a:pt x="124" y="0"/>
                    </a:moveTo>
                    <a:cubicBezTo>
                      <a:pt x="124" y="0"/>
                      <a:pt x="182" y="14"/>
                      <a:pt x="181" y="86"/>
                    </a:cubicBezTo>
                    <a:cubicBezTo>
                      <a:pt x="180" y="158"/>
                      <a:pt x="144" y="200"/>
                      <a:pt x="130" y="279"/>
                    </a:cubicBezTo>
                    <a:cubicBezTo>
                      <a:pt x="115" y="359"/>
                      <a:pt x="44" y="469"/>
                      <a:pt x="44" y="469"/>
                    </a:cubicBezTo>
                    <a:cubicBezTo>
                      <a:pt x="44" y="469"/>
                      <a:pt x="28" y="476"/>
                      <a:pt x="13" y="463"/>
                    </a:cubicBezTo>
                    <a:cubicBezTo>
                      <a:pt x="-1" y="449"/>
                      <a:pt x="0" y="439"/>
                      <a:pt x="0" y="439"/>
                    </a:cubicBezTo>
                    <a:cubicBezTo>
                      <a:pt x="0" y="439"/>
                      <a:pt x="12" y="324"/>
                      <a:pt x="13" y="321"/>
                    </a:cubicBezTo>
                    <a:cubicBezTo>
                      <a:pt x="14" y="318"/>
                      <a:pt x="41" y="245"/>
                      <a:pt x="43" y="231"/>
                    </a:cubicBezTo>
                    <a:cubicBezTo>
                      <a:pt x="45" y="217"/>
                      <a:pt x="49" y="91"/>
                      <a:pt x="58" y="68"/>
                    </a:cubicBezTo>
                    <a:cubicBezTo>
                      <a:pt x="66" y="45"/>
                      <a:pt x="68" y="18"/>
                      <a:pt x="1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8055297" y="1282414"/>
                <a:ext cx="365868" cy="49800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09" extrusionOk="0">
                    <a:moveTo>
                      <a:pt x="225" y="6"/>
                    </a:moveTo>
                    <a:lnTo>
                      <a:pt x="219" y="3"/>
                    </a:lnTo>
                    <a:cubicBezTo>
                      <a:pt x="218" y="2"/>
                      <a:pt x="217" y="2"/>
                      <a:pt x="217" y="2"/>
                    </a:cubicBezTo>
                    <a:lnTo>
                      <a:pt x="217" y="2"/>
                    </a:lnTo>
                    <a:lnTo>
                      <a:pt x="217" y="2"/>
                    </a:lnTo>
                    <a:cubicBezTo>
                      <a:pt x="213" y="0"/>
                      <a:pt x="209" y="0"/>
                      <a:pt x="206" y="3"/>
                    </a:cubicBezTo>
                    <a:lnTo>
                      <a:pt x="19" y="114"/>
                    </a:lnTo>
                    <a:cubicBezTo>
                      <a:pt x="7" y="121"/>
                      <a:pt x="0" y="134"/>
                      <a:pt x="0" y="148"/>
                    </a:cubicBezTo>
                    <a:lnTo>
                      <a:pt x="2" y="294"/>
                    </a:lnTo>
                    <a:cubicBezTo>
                      <a:pt x="2" y="299"/>
                      <a:pt x="5" y="303"/>
                      <a:pt x="9" y="305"/>
                    </a:cubicBezTo>
                    <a:lnTo>
                      <a:pt x="9" y="305"/>
                    </a:lnTo>
                    <a:lnTo>
                      <a:pt x="16" y="309"/>
                    </a:lnTo>
                    <a:lnTo>
                      <a:pt x="17" y="307"/>
                    </a:lnTo>
                    <a:cubicBezTo>
                      <a:pt x="19" y="306"/>
                      <a:pt x="20" y="306"/>
                      <a:pt x="21" y="305"/>
                    </a:cubicBezTo>
                    <a:lnTo>
                      <a:pt x="208" y="194"/>
                    </a:lnTo>
                    <a:cubicBezTo>
                      <a:pt x="220" y="187"/>
                      <a:pt x="227" y="174"/>
                      <a:pt x="227" y="160"/>
                    </a:cubicBezTo>
                    <a:lnTo>
                      <a:pt x="225" y="14"/>
                    </a:lnTo>
                    <a:cubicBezTo>
                      <a:pt x="225" y="11"/>
                      <a:pt x="225" y="9"/>
                      <a:pt x="224" y="8"/>
                    </a:cubicBezTo>
                    <a:lnTo>
                      <a:pt x="225" y="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9"/>
              <p:cNvSpPr/>
              <p:nvPr/>
            </p:nvSpPr>
            <p:spPr>
              <a:xfrm>
                <a:off x="8169732" y="1595078"/>
                <a:ext cx="114434" cy="149885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59" y="67"/>
                    </a:moveTo>
                    <a:lnTo>
                      <a:pt x="17" y="92"/>
                    </a:lnTo>
                    <a:cubicBezTo>
                      <a:pt x="10" y="96"/>
                      <a:pt x="1" y="91"/>
                      <a:pt x="1" y="82"/>
                    </a:cubicBezTo>
                    <a:lnTo>
                      <a:pt x="0" y="42"/>
                    </a:lnTo>
                    <a:lnTo>
                      <a:pt x="71" y="0"/>
                    </a:lnTo>
                    <a:lnTo>
                      <a:pt x="71" y="45"/>
                    </a:lnTo>
                    <a:cubicBezTo>
                      <a:pt x="71" y="54"/>
                      <a:pt x="67" y="62"/>
                      <a:pt x="59" y="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>
                <a:off x="8181014" y="1599913"/>
                <a:ext cx="114434" cy="149885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59" y="67"/>
                    </a:moveTo>
                    <a:lnTo>
                      <a:pt x="17" y="92"/>
                    </a:lnTo>
                    <a:cubicBezTo>
                      <a:pt x="10" y="96"/>
                      <a:pt x="1" y="91"/>
                      <a:pt x="1" y="82"/>
                    </a:cubicBezTo>
                    <a:lnTo>
                      <a:pt x="0" y="41"/>
                    </a:lnTo>
                    <a:lnTo>
                      <a:pt x="71" y="0"/>
                    </a:lnTo>
                    <a:lnTo>
                      <a:pt x="71" y="45"/>
                    </a:lnTo>
                    <a:cubicBezTo>
                      <a:pt x="71" y="54"/>
                      <a:pt x="67" y="62"/>
                      <a:pt x="59" y="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8211638" y="1643428"/>
                <a:ext cx="41906" cy="175672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2" y="105"/>
                    </a:moveTo>
                    <a:lnTo>
                      <a:pt x="0" y="5"/>
                    </a:lnTo>
                    <a:lnTo>
                      <a:pt x="24" y="0"/>
                    </a:lnTo>
                    <a:lnTo>
                      <a:pt x="26" y="98"/>
                    </a:lnTo>
                    <a:lnTo>
                      <a:pt x="19" y="109"/>
                    </a:lnTo>
                    <a:lnTo>
                      <a:pt x="2" y="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8064968" y="1288861"/>
                <a:ext cx="365868" cy="491559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05" extrusionOk="0">
                    <a:moveTo>
                      <a:pt x="225" y="13"/>
                    </a:moveTo>
                    <a:lnTo>
                      <a:pt x="227" y="159"/>
                    </a:lnTo>
                    <a:cubicBezTo>
                      <a:pt x="227" y="173"/>
                      <a:pt x="220" y="186"/>
                      <a:pt x="208" y="193"/>
                    </a:cubicBezTo>
                    <a:lnTo>
                      <a:pt x="33" y="297"/>
                    </a:lnTo>
                    <a:lnTo>
                      <a:pt x="22" y="304"/>
                    </a:lnTo>
                    <a:cubicBezTo>
                      <a:pt x="13" y="309"/>
                      <a:pt x="2" y="303"/>
                      <a:pt x="2" y="293"/>
                    </a:cubicBezTo>
                    <a:lnTo>
                      <a:pt x="0" y="147"/>
                    </a:lnTo>
                    <a:cubicBezTo>
                      <a:pt x="0" y="133"/>
                      <a:pt x="7" y="120"/>
                      <a:pt x="19" y="113"/>
                    </a:cubicBezTo>
                    <a:lnTo>
                      <a:pt x="206" y="2"/>
                    </a:lnTo>
                    <a:cubicBezTo>
                      <a:pt x="214" y="-3"/>
                      <a:pt x="225" y="3"/>
                      <a:pt x="225" y="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8140720" y="1519330"/>
                <a:ext cx="78976" cy="143439"/>
              </a:xfrm>
              <a:custGeom>
                <a:avLst/>
                <a:gdLst/>
                <a:ahLst/>
                <a:cxnLst/>
                <a:rect l="l" t="t" r="r" b="b"/>
                <a:pathLst>
                  <a:path w="49" h="89" extrusionOk="0">
                    <a:moveTo>
                      <a:pt x="39" y="46"/>
                    </a:moveTo>
                    <a:cubicBezTo>
                      <a:pt x="39" y="40"/>
                      <a:pt x="34" y="39"/>
                      <a:pt x="26" y="43"/>
                    </a:cubicBezTo>
                    <a:lnTo>
                      <a:pt x="11" y="53"/>
                    </a:lnTo>
                    <a:lnTo>
                      <a:pt x="11" y="72"/>
                    </a:lnTo>
                    <a:lnTo>
                      <a:pt x="27" y="63"/>
                    </a:lnTo>
                    <a:cubicBezTo>
                      <a:pt x="34" y="59"/>
                      <a:pt x="39" y="52"/>
                      <a:pt x="39" y="46"/>
                    </a:cubicBezTo>
                    <a:moveTo>
                      <a:pt x="36" y="18"/>
                    </a:moveTo>
                    <a:cubicBezTo>
                      <a:pt x="36" y="12"/>
                      <a:pt x="32" y="11"/>
                      <a:pt x="26" y="15"/>
                    </a:cubicBezTo>
                    <a:lnTo>
                      <a:pt x="11" y="24"/>
                    </a:lnTo>
                    <a:lnTo>
                      <a:pt x="11" y="42"/>
                    </a:lnTo>
                    <a:lnTo>
                      <a:pt x="26" y="33"/>
                    </a:lnTo>
                    <a:cubicBezTo>
                      <a:pt x="33" y="29"/>
                      <a:pt x="36" y="24"/>
                      <a:pt x="36" y="18"/>
                    </a:cubicBezTo>
                    <a:moveTo>
                      <a:pt x="47" y="10"/>
                    </a:moveTo>
                    <a:cubicBezTo>
                      <a:pt x="47" y="17"/>
                      <a:pt x="43" y="26"/>
                      <a:pt x="36" y="31"/>
                    </a:cubicBezTo>
                    <a:cubicBezTo>
                      <a:pt x="44" y="28"/>
                      <a:pt x="49" y="32"/>
                      <a:pt x="49" y="41"/>
                    </a:cubicBezTo>
                    <a:cubicBezTo>
                      <a:pt x="49" y="53"/>
                      <a:pt x="41" y="65"/>
                      <a:pt x="28" y="73"/>
                    </a:cubicBezTo>
                    <a:lnTo>
                      <a:pt x="1" y="89"/>
                    </a:lnTo>
                    <a:lnTo>
                      <a:pt x="0" y="20"/>
                    </a:lnTo>
                    <a:lnTo>
                      <a:pt x="26" y="4"/>
                    </a:lnTo>
                    <a:cubicBezTo>
                      <a:pt x="39" y="-3"/>
                      <a:pt x="46" y="-1"/>
                      <a:pt x="47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8239038" y="1483873"/>
                <a:ext cx="17729" cy="1208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75" extrusionOk="0">
                    <a:moveTo>
                      <a:pt x="10" y="0"/>
                    </a:moveTo>
                    <a:lnTo>
                      <a:pt x="11" y="69"/>
                    </a:lnTo>
                    <a:lnTo>
                      <a:pt x="0" y="75"/>
                    </a:lnTo>
                    <a:lnTo>
                      <a:pt x="0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8279332" y="1437134"/>
                <a:ext cx="90258" cy="143439"/>
              </a:xfrm>
              <a:custGeom>
                <a:avLst/>
                <a:gdLst/>
                <a:ahLst/>
                <a:cxnLst/>
                <a:rect l="l" t="t" r="r" b="b"/>
                <a:pathLst>
                  <a:path w="56" h="89" extrusionOk="0">
                    <a:moveTo>
                      <a:pt x="46" y="27"/>
                    </a:moveTo>
                    <a:cubicBezTo>
                      <a:pt x="46" y="13"/>
                      <a:pt x="36" y="9"/>
                      <a:pt x="25" y="16"/>
                    </a:cubicBezTo>
                    <a:lnTo>
                      <a:pt x="10" y="24"/>
                    </a:lnTo>
                    <a:lnTo>
                      <a:pt x="11" y="72"/>
                    </a:lnTo>
                    <a:lnTo>
                      <a:pt x="26" y="63"/>
                    </a:lnTo>
                    <a:cubicBezTo>
                      <a:pt x="37" y="57"/>
                      <a:pt x="46" y="41"/>
                      <a:pt x="46" y="27"/>
                    </a:cubicBezTo>
                    <a:moveTo>
                      <a:pt x="56" y="21"/>
                    </a:moveTo>
                    <a:cubicBezTo>
                      <a:pt x="56" y="41"/>
                      <a:pt x="44" y="63"/>
                      <a:pt x="25" y="74"/>
                    </a:cubicBezTo>
                    <a:lnTo>
                      <a:pt x="1" y="89"/>
                    </a:lnTo>
                    <a:lnTo>
                      <a:pt x="0" y="20"/>
                    </a:lnTo>
                    <a:lnTo>
                      <a:pt x="25" y="5"/>
                    </a:lnTo>
                    <a:cubicBezTo>
                      <a:pt x="43" y="-6"/>
                      <a:pt x="56" y="1"/>
                      <a:pt x="56" y="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7568546" y="1980267"/>
                <a:ext cx="243375" cy="381966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37" extrusionOk="0">
                    <a:moveTo>
                      <a:pt x="48" y="231"/>
                    </a:moveTo>
                    <a:cubicBezTo>
                      <a:pt x="48" y="231"/>
                      <a:pt x="55" y="202"/>
                      <a:pt x="52" y="178"/>
                    </a:cubicBezTo>
                    <a:cubicBezTo>
                      <a:pt x="50" y="154"/>
                      <a:pt x="45" y="146"/>
                      <a:pt x="40" y="142"/>
                    </a:cubicBezTo>
                    <a:cubicBezTo>
                      <a:pt x="35" y="138"/>
                      <a:pt x="20" y="140"/>
                      <a:pt x="15" y="131"/>
                    </a:cubicBezTo>
                    <a:cubicBezTo>
                      <a:pt x="11" y="121"/>
                      <a:pt x="3" y="88"/>
                      <a:pt x="1" y="79"/>
                    </a:cubicBezTo>
                    <a:cubicBezTo>
                      <a:pt x="-1" y="70"/>
                      <a:pt x="0" y="50"/>
                      <a:pt x="0" y="50"/>
                    </a:cubicBezTo>
                    <a:cubicBezTo>
                      <a:pt x="0" y="50"/>
                      <a:pt x="1" y="35"/>
                      <a:pt x="0" y="31"/>
                    </a:cubicBezTo>
                    <a:cubicBezTo>
                      <a:pt x="0" y="26"/>
                      <a:pt x="4" y="8"/>
                      <a:pt x="7" y="1"/>
                    </a:cubicBezTo>
                    <a:cubicBezTo>
                      <a:pt x="10" y="-6"/>
                      <a:pt x="129" y="66"/>
                      <a:pt x="138" y="103"/>
                    </a:cubicBezTo>
                    <a:cubicBezTo>
                      <a:pt x="146" y="139"/>
                      <a:pt x="138" y="159"/>
                      <a:pt x="143" y="188"/>
                    </a:cubicBezTo>
                    <a:cubicBezTo>
                      <a:pt x="149" y="217"/>
                      <a:pt x="151" y="220"/>
                      <a:pt x="151" y="220"/>
                    </a:cubicBezTo>
                    <a:cubicBezTo>
                      <a:pt x="151" y="220"/>
                      <a:pt x="114" y="251"/>
                      <a:pt x="48" y="231"/>
                    </a:cubicBezTo>
                    <a:close/>
                  </a:path>
                </a:pathLst>
              </a:custGeom>
              <a:solidFill>
                <a:srgbClr val="7C5E45"/>
              </a:solidFill>
              <a:ln>
                <a:noFill/>
              </a:ln>
            </p:spPr>
            <p:txBody>
              <a:bodyPr spcFirstLastPara="1" wrap="square" lIns="81625" tIns="36550" rIns="81625" bIns="36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7602393" y="2114036"/>
                <a:ext cx="20953" cy="62855"/>
              </a:xfrm>
              <a:custGeom>
                <a:avLst/>
                <a:gdLst/>
                <a:ahLst/>
                <a:cxnLst/>
                <a:rect l="l" t="t" r="r" b="b"/>
                <a:pathLst>
                  <a:path w="13" h="39" extrusionOk="0">
                    <a:moveTo>
                      <a:pt x="1" y="12"/>
                    </a:moveTo>
                    <a:cubicBezTo>
                      <a:pt x="1" y="12"/>
                      <a:pt x="-1" y="21"/>
                      <a:pt x="0" y="26"/>
                    </a:cubicBezTo>
                    <a:cubicBezTo>
                      <a:pt x="2" y="32"/>
                      <a:pt x="7" y="39"/>
                      <a:pt x="8" y="39"/>
                    </a:cubicBezTo>
                    <a:cubicBezTo>
                      <a:pt x="9" y="38"/>
                      <a:pt x="12" y="35"/>
                      <a:pt x="12" y="32"/>
                    </a:cubicBezTo>
                    <a:cubicBezTo>
                      <a:pt x="13" y="29"/>
                      <a:pt x="13" y="10"/>
                      <a:pt x="11" y="6"/>
                    </a:cubicBezTo>
                    <a:cubicBezTo>
                      <a:pt x="9" y="3"/>
                      <a:pt x="4" y="-1"/>
                      <a:pt x="3" y="1"/>
                    </a:cubicBezTo>
                    <a:cubicBezTo>
                      <a:pt x="1" y="2"/>
                      <a:pt x="1" y="12"/>
                      <a:pt x="1" y="12"/>
                    </a:cubicBezTo>
                    <a:close/>
                  </a:path>
                </a:pathLst>
              </a:custGeom>
              <a:solidFill>
                <a:srgbClr val="205AAB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7578217" y="1862615"/>
                <a:ext cx="365868" cy="867078"/>
              </a:xfrm>
              <a:custGeom>
                <a:avLst/>
                <a:gdLst/>
                <a:ahLst/>
                <a:cxnLst/>
                <a:rect l="l" t="t" r="r" b="b"/>
                <a:pathLst>
                  <a:path w="227" h="538" extrusionOk="0">
                    <a:moveTo>
                      <a:pt x="110" y="8"/>
                    </a:moveTo>
                    <a:cubicBezTo>
                      <a:pt x="127" y="13"/>
                      <a:pt x="144" y="22"/>
                      <a:pt x="158" y="34"/>
                    </a:cubicBezTo>
                    <a:cubicBezTo>
                      <a:pt x="164" y="39"/>
                      <a:pt x="170" y="45"/>
                      <a:pt x="175" y="51"/>
                    </a:cubicBezTo>
                    <a:cubicBezTo>
                      <a:pt x="186" y="66"/>
                      <a:pt x="190" y="85"/>
                      <a:pt x="193" y="103"/>
                    </a:cubicBezTo>
                    <a:cubicBezTo>
                      <a:pt x="196" y="126"/>
                      <a:pt x="198" y="151"/>
                      <a:pt x="199" y="174"/>
                    </a:cubicBezTo>
                    <a:cubicBezTo>
                      <a:pt x="201" y="201"/>
                      <a:pt x="200" y="227"/>
                      <a:pt x="202" y="253"/>
                    </a:cubicBezTo>
                    <a:cubicBezTo>
                      <a:pt x="203" y="272"/>
                      <a:pt x="208" y="291"/>
                      <a:pt x="213" y="309"/>
                    </a:cubicBezTo>
                    <a:cubicBezTo>
                      <a:pt x="225" y="367"/>
                      <a:pt x="230" y="427"/>
                      <a:pt x="226" y="486"/>
                    </a:cubicBezTo>
                    <a:cubicBezTo>
                      <a:pt x="226" y="492"/>
                      <a:pt x="224" y="499"/>
                      <a:pt x="218" y="500"/>
                    </a:cubicBezTo>
                    <a:cubicBezTo>
                      <a:pt x="214" y="501"/>
                      <a:pt x="210" y="498"/>
                      <a:pt x="206" y="498"/>
                    </a:cubicBezTo>
                    <a:cubicBezTo>
                      <a:pt x="197" y="499"/>
                      <a:pt x="197" y="514"/>
                      <a:pt x="190" y="519"/>
                    </a:cubicBezTo>
                    <a:cubicBezTo>
                      <a:pt x="189" y="521"/>
                      <a:pt x="187" y="522"/>
                      <a:pt x="185" y="522"/>
                    </a:cubicBezTo>
                    <a:cubicBezTo>
                      <a:pt x="169" y="529"/>
                      <a:pt x="152" y="535"/>
                      <a:pt x="135" y="534"/>
                    </a:cubicBezTo>
                    <a:cubicBezTo>
                      <a:pt x="125" y="534"/>
                      <a:pt x="114" y="530"/>
                      <a:pt x="105" y="525"/>
                    </a:cubicBezTo>
                    <a:cubicBezTo>
                      <a:pt x="102" y="523"/>
                      <a:pt x="99" y="521"/>
                      <a:pt x="96" y="522"/>
                    </a:cubicBezTo>
                    <a:cubicBezTo>
                      <a:pt x="91" y="522"/>
                      <a:pt x="88" y="529"/>
                      <a:pt x="84" y="532"/>
                    </a:cubicBezTo>
                    <a:cubicBezTo>
                      <a:pt x="82" y="534"/>
                      <a:pt x="79" y="535"/>
                      <a:pt x="75" y="535"/>
                    </a:cubicBezTo>
                    <a:cubicBezTo>
                      <a:pt x="61" y="539"/>
                      <a:pt x="46" y="539"/>
                      <a:pt x="32" y="537"/>
                    </a:cubicBezTo>
                    <a:cubicBezTo>
                      <a:pt x="30" y="526"/>
                      <a:pt x="32" y="515"/>
                      <a:pt x="34" y="504"/>
                    </a:cubicBezTo>
                    <a:cubicBezTo>
                      <a:pt x="46" y="425"/>
                      <a:pt x="46" y="342"/>
                      <a:pt x="26" y="264"/>
                    </a:cubicBezTo>
                    <a:cubicBezTo>
                      <a:pt x="22" y="249"/>
                      <a:pt x="18" y="235"/>
                      <a:pt x="14" y="220"/>
                    </a:cubicBezTo>
                    <a:cubicBezTo>
                      <a:pt x="8" y="199"/>
                      <a:pt x="1" y="175"/>
                      <a:pt x="0" y="153"/>
                    </a:cubicBezTo>
                    <a:cubicBezTo>
                      <a:pt x="0" y="146"/>
                      <a:pt x="2" y="141"/>
                      <a:pt x="3" y="134"/>
                    </a:cubicBezTo>
                    <a:cubicBezTo>
                      <a:pt x="4" y="123"/>
                      <a:pt x="2" y="112"/>
                      <a:pt x="2" y="102"/>
                    </a:cubicBezTo>
                    <a:cubicBezTo>
                      <a:pt x="1" y="74"/>
                      <a:pt x="5" y="30"/>
                      <a:pt x="34" y="16"/>
                    </a:cubicBezTo>
                    <a:cubicBezTo>
                      <a:pt x="40" y="13"/>
                      <a:pt x="47" y="13"/>
                      <a:pt x="53" y="10"/>
                    </a:cubicBezTo>
                    <a:cubicBezTo>
                      <a:pt x="59" y="8"/>
                      <a:pt x="63" y="4"/>
                      <a:pt x="69" y="2"/>
                    </a:cubicBezTo>
                    <a:cubicBezTo>
                      <a:pt x="82" y="-2"/>
                      <a:pt x="97" y="3"/>
                      <a:pt x="110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6910949" y="4035146"/>
                <a:ext cx="215975" cy="238527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48" extrusionOk="0">
                    <a:moveTo>
                      <a:pt x="131" y="71"/>
                    </a:moveTo>
                    <a:cubicBezTo>
                      <a:pt x="131" y="71"/>
                      <a:pt x="134" y="97"/>
                      <a:pt x="134" y="117"/>
                    </a:cubicBezTo>
                    <a:cubicBezTo>
                      <a:pt x="134" y="137"/>
                      <a:pt x="132" y="147"/>
                      <a:pt x="104" y="148"/>
                    </a:cubicBezTo>
                    <a:cubicBezTo>
                      <a:pt x="76" y="149"/>
                      <a:pt x="66" y="118"/>
                      <a:pt x="49" y="105"/>
                    </a:cubicBezTo>
                    <a:cubicBezTo>
                      <a:pt x="32" y="92"/>
                      <a:pt x="4" y="50"/>
                      <a:pt x="4" y="42"/>
                    </a:cubicBezTo>
                    <a:cubicBezTo>
                      <a:pt x="4" y="35"/>
                      <a:pt x="-10" y="4"/>
                      <a:pt x="11" y="1"/>
                    </a:cubicBezTo>
                    <a:cubicBezTo>
                      <a:pt x="31" y="-1"/>
                      <a:pt x="61" y="4"/>
                      <a:pt x="61" y="4"/>
                    </a:cubicBezTo>
                    <a:lnTo>
                      <a:pt x="131" y="7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7500" rIns="81625" bIns="7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6670797" y="4127011"/>
                <a:ext cx="256269" cy="20307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26" extrusionOk="0">
                    <a:moveTo>
                      <a:pt x="82" y="28"/>
                    </a:moveTo>
                    <a:lnTo>
                      <a:pt x="49" y="5"/>
                    </a:lnTo>
                    <a:cubicBezTo>
                      <a:pt x="49" y="5"/>
                      <a:pt x="32" y="-4"/>
                      <a:pt x="22" y="3"/>
                    </a:cubicBezTo>
                    <a:cubicBezTo>
                      <a:pt x="12" y="11"/>
                      <a:pt x="-6" y="30"/>
                      <a:pt x="2" y="43"/>
                    </a:cubicBezTo>
                    <a:cubicBezTo>
                      <a:pt x="9" y="56"/>
                      <a:pt x="20" y="67"/>
                      <a:pt x="38" y="76"/>
                    </a:cubicBezTo>
                    <a:cubicBezTo>
                      <a:pt x="56" y="86"/>
                      <a:pt x="98" y="112"/>
                      <a:pt x="113" y="122"/>
                    </a:cubicBezTo>
                    <a:cubicBezTo>
                      <a:pt x="127" y="131"/>
                      <a:pt x="146" y="123"/>
                      <a:pt x="152" y="116"/>
                    </a:cubicBezTo>
                    <a:cubicBezTo>
                      <a:pt x="159" y="109"/>
                      <a:pt x="160" y="104"/>
                      <a:pt x="158" y="92"/>
                    </a:cubicBezTo>
                    <a:cubicBezTo>
                      <a:pt x="156" y="81"/>
                      <a:pt x="155" y="49"/>
                      <a:pt x="155" y="49"/>
                    </a:cubicBezTo>
                    <a:lnTo>
                      <a:pt x="82" y="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325" rIns="81625" bIns="3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7094689" y="2603983"/>
                <a:ext cx="162787" cy="63499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4" extrusionOk="0">
                    <a:moveTo>
                      <a:pt x="45" y="0"/>
                    </a:moveTo>
                    <a:cubicBezTo>
                      <a:pt x="45" y="0"/>
                      <a:pt x="83" y="4"/>
                      <a:pt x="90" y="59"/>
                    </a:cubicBezTo>
                    <a:cubicBezTo>
                      <a:pt x="97" y="114"/>
                      <a:pt x="103" y="150"/>
                      <a:pt x="100" y="164"/>
                    </a:cubicBezTo>
                    <a:cubicBezTo>
                      <a:pt x="96" y="178"/>
                      <a:pt x="98" y="233"/>
                      <a:pt x="95" y="257"/>
                    </a:cubicBezTo>
                    <a:cubicBezTo>
                      <a:pt x="92" y="282"/>
                      <a:pt x="99" y="316"/>
                      <a:pt x="87" y="336"/>
                    </a:cubicBezTo>
                    <a:cubicBezTo>
                      <a:pt x="74" y="355"/>
                      <a:pt x="52" y="387"/>
                      <a:pt x="52" y="387"/>
                    </a:cubicBezTo>
                    <a:cubicBezTo>
                      <a:pt x="52" y="387"/>
                      <a:pt x="10" y="398"/>
                      <a:pt x="2" y="393"/>
                    </a:cubicBezTo>
                    <a:cubicBezTo>
                      <a:pt x="-6" y="388"/>
                      <a:pt x="8" y="226"/>
                      <a:pt x="14" y="190"/>
                    </a:cubicBezTo>
                    <a:cubicBezTo>
                      <a:pt x="21" y="154"/>
                      <a:pt x="45" y="0"/>
                      <a:pt x="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6941572" y="3055251"/>
                <a:ext cx="209528" cy="1163626"/>
              </a:xfrm>
              <a:custGeom>
                <a:avLst/>
                <a:gdLst/>
                <a:ahLst/>
                <a:cxnLst/>
                <a:rect l="l" t="t" r="r" b="b"/>
                <a:pathLst>
                  <a:path w="130" h="722" extrusionOk="0">
                    <a:moveTo>
                      <a:pt x="109" y="57"/>
                    </a:moveTo>
                    <a:cubicBezTo>
                      <a:pt x="109" y="57"/>
                      <a:pt x="134" y="116"/>
                      <a:pt x="128" y="200"/>
                    </a:cubicBezTo>
                    <a:cubicBezTo>
                      <a:pt x="122" y="283"/>
                      <a:pt x="122" y="414"/>
                      <a:pt x="129" y="464"/>
                    </a:cubicBezTo>
                    <a:cubicBezTo>
                      <a:pt x="136" y="513"/>
                      <a:pt x="114" y="718"/>
                      <a:pt x="114" y="718"/>
                    </a:cubicBezTo>
                    <a:cubicBezTo>
                      <a:pt x="114" y="718"/>
                      <a:pt x="84" y="730"/>
                      <a:pt x="49" y="716"/>
                    </a:cubicBezTo>
                    <a:cubicBezTo>
                      <a:pt x="13" y="703"/>
                      <a:pt x="12" y="660"/>
                      <a:pt x="12" y="660"/>
                    </a:cubicBezTo>
                    <a:cubicBezTo>
                      <a:pt x="12" y="660"/>
                      <a:pt x="19" y="534"/>
                      <a:pt x="19" y="482"/>
                    </a:cubicBezTo>
                    <a:cubicBezTo>
                      <a:pt x="18" y="430"/>
                      <a:pt x="-4" y="285"/>
                      <a:pt x="0" y="222"/>
                    </a:cubicBezTo>
                    <a:cubicBezTo>
                      <a:pt x="4" y="160"/>
                      <a:pt x="4" y="0"/>
                      <a:pt x="4" y="0"/>
                    </a:cubicBezTo>
                    <a:lnTo>
                      <a:pt x="109" y="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6696585" y="3166456"/>
                <a:ext cx="304621" cy="110560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686" extrusionOk="0">
                    <a:moveTo>
                      <a:pt x="163" y="9"/>
                    </a:moveTo>
                    <a:cubicBezTo>
                      <a:pt x="163" y="9"/>
                      <a:pt x="184" y="64"/>
                      <a:pt x="187" y="112"/>
                    </a:cubicBezTo>
                    <a:cubicBezTo>
                      <a:pt x="190" y="161"/>
                      <a:pt x="192" y="166"/>
                      <a:pt x="173" y="218"/>
                    </a:cubicBezTo>
                    <a:cubicBezTo>
                      <a:pt x="154" y="270"/>
                      <a:pt x="154" y="264"/>
                      <a:pt x="152" y="290"/>
                    </a:cubicBezTo>
                    <a:cubicBezTo>
                      <a:pt x="149" y="315"/>
                      <a:pt x="151" y="396"/>
                      <a:pt x="149" y="433"/>
                    </a:cubicBezTo>
                    <a:cubicBezTo>
                      <a:pt x="147" y="470"/>
                      <a:pt x="153" y="509"/>
                      <a:pt x="152" y="555"/>
                    </a:cubicBezTo>
                    <a:cubicBezTo>
                      <a:pt x="151" y="601"/>
                      <a:pt x="140" y="677"/>
                      <a:pt x="140" y="677"/>
                    </a:cubicBezTo>
                    <a:cubicBezTo>
                      <a:pt x="140" y="677"/>
                      <a:pt x="104" y="695"/>
                      <a:pt x="71" y="680"/>
                    </a:cubicBezTo>
                    <a:cubicBezTo>
                      <a:pt x="47" y="668"/>
                      <a:pt x="45" y="614"/>
                      <a:pt x="45" y="614"/>
                    </a:cubicBezTo>
                    <a:cubicBezTo>
                      <a:pt x="45" y="614"/>
                      <a:pt x="22" y="456"/>
                      <a:pt x="24" y="429"/>
                    </a:cubicBezTo>
                    <a:cubicBezTo>
                      <a:pt x="26" y="403"/>
                      <a:pt x="5" y="245"/>
                      <a:pt x="1" y="195"/>
                    </a:cubicBezTo>
                    <a:cubicBezTo>
                      <a:pt x="-3" y="145"/>
                      <a:pt x="5" y="45"/>
                      <a:pt x="15" y="15"/>
                    </a:cubicBezTo>
                    <a:cubicBezTo>
                      <a:pt x="26" y="-14"/>
                      <a:pt x="163" y="9"/>
                      <a:pt x="163" y="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6059940" y="1870674"/>
                <a:ext cx="365868" cy="49800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09" extrusionOk="0">
                    <a:moveTo>
                      <a:pt x="225" y="5"/>
                    </a:moveTo>
                    <a:lnTo>
                      <a:pt x="219" y="3"/>
                    </a:lnTo>
                    <a:cubicBezTo>
                      <a:pt x="218" y="2"/>
                      <a:pt x="218" y="2"/>
                      <a:pt x="217" y="1"/>
                    </a:cubicBezTo>
                    <a:lnTo>
                      <a:pt x="217" y="1"/>
                    </a:lnTo>
                    <a:lnTo>
                      <a:pt x="217" y="1"/>
                    </a:lnTo>
                    <a:cubicBezTo>
                      <a:pt x="213" y="0"/>
                      <a:pt x="209" y="0"/>
                      <a:pt x="206" y="2"/>
                    </a:cubicBezTo>
                    <a:lnTo>
                      <a:pt x="19" y="113"/>
                    </a:lnTo>
                    <a:cubicBezTo>
                      <a:pt x="7" y="121"/>
                      <a:pt x="0" y="134"/>
                      <a:pt x="0" y="148"/>
                    </a:cubicBezTo>
                    <a:lnTo>
                      <a:pt x="2" y="294"/>
                    </a:lnTo>
                    <a:cubicBezTo>
                      <a:pt x="2" y="299"/>
                      <a:pt x="5" y="303"/>
                      <a:pt x="9" y="305"/>
                    </a:cubicBezTo>
                    <a:lnTo>
                      <a:pt x="9" y="305"/>
                    </a:lnTo>
                    <a:lnTo>
                      <a:pt x="16" y="309"/>
                    </a:lnTo>
                    <a:lnTo>
                      <a:pt x="17" y="306"/>
                    </a:lnTo>
                    <a:cubicBezTo>
                      <a:pt x="19" y="306"/>
                      <a:pt x="20" y="306"/>
                      <a:pt x="22" y="305"/>
                    </a:cubicBezTo>
                    <a:lnTo>
                      <a:pt x="208" y="194"/>
                    </a:lnTo>
                    <a:cubicBezTo>
                      <a:pt x="220" y="187"/>
                      <a:pt x="227" y="174"/>
                      <a:pt x="227" y="159"/>
                    </a:cubicBezTo>
                    <a:lnTo>
                      <a:pt x="225" y="13"/>
                    </a:lnTo>
                    <a:cubicBezTo>
                      <a:pt x="225" y="11"/>
                      <a:pt x="225" y="9"/>
                      <a:pt x="224" y="7"/>
                    </a:cubicBezTo>
                    <a:lnTo>
                      <a:pt x="225" y="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6174375" y="2183337"/>
                <a:ext cx="114434" cy="149885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59" y="67"/>
                    </a:moveTo>
                    <a:lnTo>
                      <a:pt x="17" y="91"/>
                    </a:lnTo>
                    <a:cubicBezTo>
                      <a:pt x="10" y="96"/>
                      <a:pt x="1" y="91"/>
                      <a:pt x="1" y="82"/>
                    </a:cubicBezTo>
                    <a:lnTo>
                      <a:pt x="0" y="41"/>
                    </a:lnTo>
                    <a:lnTo>
                      <a:pt x="71" y="0"/>
                    </a:lnTo>
                    <a:lnTo>
                      <a:pt x="71" y="44"/>
                    </a:lnTo>
                    <a:cubicBezTo>
                      <a:pt x="71" y="54"/>
                      <a:pt x="67" y="62"/>
                      <a:pt x="59" y="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6185657" y="2186561"/>
                <a:ext cx="114434" cy="149885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59" y="68"/>
                    </a:moveTo>
                    <a:lnTo>
                      <a:pt x="17" y="92"/>
                    </a:lnTo>
                    <a:cubicBezTo>
                      <a:pt x="10" y="97"/>
                      <a:pt x="1" y="91"/>
                      <a:pt x="1" y="83"/>
                    </a:cubicBezTo>
                    <a:lnTo>
                      <a:pt x="0" y="42"/>
                    </a:lnTo>
                    <a:lnTo>
                      <a:pt x="71" y="0"/>
                    </a:lnTo>
                    <a:lnTo>
                      <a:pt x="71" y="45"/>
                    </a:lnTo>
                    <a:cubicBezTo>
                      <a:pt x="71" y="54"/>
                      <a:pt x="67" y="63"/>
                      <a:pt x="59" y="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6216281" y="2231688"/>
                <a:ext cx="41906" cy="224022"/>
              </a:xfrm>
              <a:custGeom>
                <a:avLst/>
                <a:gdLst/>
                <a:ahLst/>
                <a:cxnLst/>
                <a:rect l="l" t="t" r="r" b="b"/>
                <a:pathLst>
                  <a:path w="26" h="139" extrusionOk="0">
                    <a:moveTo>
                      <a:pt x="2" y="117"/>
                    </a:moveTo>
                    <a:lnTo>
                      <a:pt x="0" y="5"/>
                    </a:lnTo>
                    <a:lnTo>
                      <a:pt x="24" y="0"/>
                    </a:lnTo>
                    <a:lnTo>
                      <a:pt x="26" y="102"/>
                    </a:lnTo>
                    <a:lnTo>
                      <a:pt x="26" y="139"/>
                    </a:lnTo>
                    <a:lnTo>
                      <a:pt x="2" y="11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550" rIns="81625" bIns="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6069611" y="1875509"/>
                <a:ext cx="365868" cy="493171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06" extrusionOk="0">
                    <a:moveTo>
                      <a:pt x="225" y="13"/>
                    </a:moveTo>
                    <a:lnTo>
                      <a:pt x="227" y="159"/>
                    </a:lnTo>
                    <a:cubicBezTo>
                      <a:pt x="228" y="174"/>
                      <a:pt x="220" y="187"/>
                      <a:pt x="208" y="194"/>
                    </a:cubicBezTo>
                    <a:lnTo>
                      <a:pt x="33" y="298"/>
                    </a:lnTo>
                    <a:lnTo>
                      <a:pt x="22" y="305"/>
                    </a:lnTo>
                    <a:cubicBezTo>
                      <a:pt x="13" y="310"/>
                      <a:pt x="2" y="304"/>
                      <a:pt x="2" y="294"/>
                    </a:cubicBezTo>
                    <a:lnTo>
                      <a:pt x="0" y="148"/>
                    </a:lnTo>
                    <a:cubicBezTo>
                      <a:pt x="0" y="134"/>
                      <a:pt x="7" y="121"/>
                      <a:pt x="20" y="113"/>
                    </a:cubicBezTo>
                    <a:lnTo>
                      <a:pt x="206" y="2"/>
                    </a:lnTo>
                    <a:cubicBezTo>
                      <a:pt x="214" y="-3"/>
                      <a:pt x="225" y="3"/>
                      <a:pt x="225" y="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6146975" y="2107589"/>
                <a:ext cx="77364" cy="141827"/>
              </a:xfrm>
              <a:custGeom>
                <a:avLst/>
                <a:gdLst/>
                <a:ahLst/>
                <a:cxnLst/>
                <a:rect l="l" t="t" r="r" b="b"/>
                <a:pathLst>
                  <a:path w="48" h="88" extrusionOk="0">
                    <a:moveTo>
                      <a:pt x="38" y="46"/>
                    </a:moveTo>
                    <a:cubicBezTo>
                      <a:pt x="38" y="39"/>
                      <a:pt x="33" y="38"/>
                      <a:pt x="25" y="43"/>
                    </a:cubicBezTo>
                    <a:lnTo>
                      <a:pt x="10" y="52"/>
                    </a:lnTo>
                    <a:lnTo>
                      <a:pt x="10" y="72"/>
                    </a:lnTo>
                    <a:lnTo>
                      <a:pt x="26" y="63"/>
                    </a:lnTo>
                    <a:cubicBezTo>
                      <a:pt x="34" y="58"/>
                      <a:pt x="38" y="52"/>
                      <a:pt x="38" y="46"/>
                    </a:cubicBezTo>
                    <a:moveTo>
                      <a:pt x="35" y="18"/>
                    </a:moveTo>
                    <a:cubicBezTo>
                      <a:pt x="35" y="12"/>
                      <a:pt x="31" y="11"/>
                      <a:pt x="25" y="15"/>
                    </a:cubicBezTo>
                    <a:lnTo>
                      <a:pt x="10" y="24"/>
                    </a:lnTo>
                    <a:lnTo>
                      <a:pt x="10" y="42"/>
                    </a:lnTo>
                    <a:lnTo>
                      <a:pt x="25" y="33"/>
                    </a:lnTo>
                    <a:cubicBezTo>
                      <a:pt x="32" y="29"/>
                      <a:pt x="36" y="24"/>
                      <a:pt x="35" y="18"/>
                    </a:cubicBezTo>
                    <a:moveTo>
                      <a:pt x="46" y="9"/>
                    </a:moveTo>
                    <a:cubicBezTo>
                      <a:pt x="46" y="17"/>
                      <a:pt x="42" y="25"/>
                      <a:pt x="35" y="31"/>
                    </a:cubicBezTo>
                    <a:cubicBezTo>
                      <a:pt x="43" y="28"/>
                      <a:pt x="48" y="32"/>
                      <a:pt x="48" y="41"/>
                    </a:cubicBezTo>
                    <a:cubicBezTo>
                      <a:pt x="49" y="53"/>
                      <a:pt x="40" y="65"/>
                      <a:pt x="27" y="73"/>
                    </a:cubicBezTo>
                    <a:lnTo>
                      <a:pt x="1" y="88"/>
                    </a:lnTo>
                    <a:lnTo>
                      <a:pt x="0" y="20"/>
                    </a:lnTo>
                    <a:lnTo>
                      <a:pt x="25" y="4"/>
                    </a:lnTo>
                    <a:cubicBezTo>
                      <a:pt x="38" y="-3"/>
                      <a:pt x="46" y="-1"/>
                      <a:pt x="46" y="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6243681" y="2072132"/>
                <a:ext cx="17729" cy="120875"/>
              </a:xfrm>
              <a:custGeom>
                <a:avLst/>
                <a:gdLst/>
                <a:ahLst/>
                <a:cxnLst/>
                <a:rect l="l" t="t" r="r" b="b"/>
                <a:pathLst>
                  <a:path w="11" h="75" extrusionOk="0">
                    <a:moveTo>
                      <a:pt x="10" y="0"/>
                    </a:moveTo>
                    <a:lnTo>
                      <a:pt x="11" y="69"/>
                    </a:lnTo>
                    <a:lnTo>
                      <a:pt x="1" y="75"/>
                    </a:lnTo>
                    <a:lnTo>
                      <a:pt x="0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6283975" y="2023782"/>
                <a:ext cx="90258" cy="143439"/>
              </a:xfrm>
              <a:custGeom>
                <a:avLst/>
                <a:gdLst/>
                <a:ahLst/>
                <a:cxnLst/>
                <a:rect l="l" t="t" r="r" b="b"/>
                <a:pathLst>
                  <a:path w="56" h="89" extrusionOk="0">
                    <a:moveTo>
                      <a:pt x="46" y="28"/>
                    </a:moveTo>
                    <a:cubicBezTo>
                      <a:pt x="46" y="14"/>
                      <a:pt x="37" y="9"/>
                      <a:pt x="25" y="16"/>
                    </a:cubicBezTo>
                    <a:lnTo>
                      <a:pt x="11" y="25"/>
                    </a:lnTo>
                    <a:lnTo>
                      <a:pt x="11" y="73"/>
                    </a:lnTo>
                    <a:lnTo>
                      <a:pt x="26" y="64"/>
                    </a:lnTo>
                    <a:cubicBezTo>
                      <a:pt x="38" y="57"/>
                      <a:pt x="46" y="42"/>
                      <a:pt x="46" y="28"/>
                    </a:cubicBezTo>
                    <a:moveTo>
                      <a:pt x="56" y="22"/>
                    </a:moveTo>
                    <a:cubicBezTo>
                      <a:pt x="56" y="42"/>
                      <a:pt x="44" y="64"/>
                      <a:pt x="26" y="75"/>
                    </a:cubicBezTo>
                    <a:lnTo>
                      <a:pt x="1" y="89"/>
                    </a:lnTo>
                    <a:lnTo>
                      <a:pt x="0" y="20"/>
                    </a:lnTo>
                    <a:lnTo>
                      <a:pt x="25" y="6"/>
                    </a:lnTo>
                    <a:cubicBezTo>
                      <a:pt x="43" y="-5"/>
                      <a:pt x="56" y="2"/>
                      <a:pt x="56" y="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6749773" y="2276814"/>
                <a:ext cx="248210" cy="332004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6" extrusionOk="0">
                    <a:moveTo>
                      <a:pt x="40" y="200"/>
                    </a:moveTo>
                    <a:cubicBezTo>
                      <a:pt x="40" y="200"/>
                      <a:pt x="37" y="143"/>
                      <a:pt x="33" y="139"/>
                    </a:cubicBezTo>
                    <a:cubicBezTo>
                      <a:pt x="29" y="134"/>
                      <a:pt x="17" y="131"/>
                      <a:pt x="11" y="124"/>
                    </a:cubicBezTo>
                    <a:cubicBezTo>
                      <a:pt x="6" y="117"/>
                      <a:pt x="2" y="84"/>
                      <a:pt x="2" y="74"/>
                    </a:cubicBezTo>
                    <a:cubicBezTo>
                      <a:pt x="3" y="63"/>
                      <a:pt x="0" y="41"/>
                      <a:pt x="0" y="29"/>
                    </a:cubicBezTo>
                    <a:cubicBezTo>
                      <a:pt x="0" y="17"/>
                      <a:pt x="76" y="-10"/>
                      <a:pt x="94" y="4"/>
                    </a:cubicBezTo>
                    <a:cubicBezTo>
                      <a:pt x="112" y="19"/>
                      <a:pt x="166" y="56"/>
                      <a:pt x="152" y="89"/>
                    </a:cubicBezTo>
                    <a:cubicBezTo>
                      <a:pt x="138" y="122"/>
                      <a:pt x="138" y="157"/>
                      <a:pt x="146" y="177"/>
                    </a:cubicBezTo>
                    <a:cubicBezTo>
                      <a:pt x="155" y="198"/>
                      <a:pt x="132" y="198"/>
                      <a:pt x="113" y="205"/>
                    </a:cubicBezTo>
                    <a:cubicBezTo>
                      <a:pt x="95" y="211"/>
                      <a:pt x="40" y="200"/>
                      <a:pt x="40" y="200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26450" rIns="81625" bIns="264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6761055" y="2394466"/>
                <a:ext cx="25788" cy="7736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8" extrusionOk="0">
                    <a:moveTo>
                      <a:pt x="3" y="0"/>
                    </a:moveTo>
                    <a:cubicBezTo>
                      <a:pt x="3" y="0"/>
                      <a:pt x="10" y="1"/>
                      <a:pt x="14" y="16"/>
                    </a:cubicBezTo>
                    <a:cubicBezTo>
                      <a:pt x="17" y="30"/>
                      <a:pt x="16" y="48"/>
                      <a:pt x="12" y="48"/>
                    </a:cubicBezTo>
                    <a:cubicBezTo>
                      <a:pt x="8" y="47"/>
                      <a:pt x="4" y="46"/>
                      <a:pt x="3" y="40"/>
                    </a:cubicBezTo>
                    <a:cubicBezTo>
                      <a:pt x="3" y="33"/>
                      <a:pt x="0" y="4"/>
                      <a:pt x="0" y="4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6744937" y="2178502"/>
                <a:ext cx="291727" cy="34973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17" extrusionOk="0">
                    <a:moveTo>
                      <a:pt x="1" y="71"/>
                    </a:moveTo>
                    <a:cubicBezTo>
                      <a:pt x="1" y="71"/>
                      <a:pt x="-1" y="91"/>
                      <a:pt x="0" y="94"/>
                    </a:cubicBezTo>
                    <a:cubicBezTo>
                      <a:pt x="0" y="98"/>
                      <a:pt x="9" y="111"/>
                      <a:pt x="9" y="115"/>
                    </a:cubicBezTo>
                    <a:cubicBezTo>
                      <a:pt x="9" y="118"/>
                      <a:pt x="11" y="132"/>
                      <a:pt x="11" y="132"/>
                    </a:cubicBezTo>
                    <a:lnTo>
                      <a:pt x="19" y="138"/>
                    </a:lnTo>
                    <a:cubicBezTo>
                      <a:pt x="19" y="138"/>
                      <a:pt x="25" y="139"/>
                      <a:pt x="28" y="143"/>
                    </a:cubicBezTo>
                    <a:cubicBezTo>
                      <a:pt x="30" y="147"/>
                      <a:pt x="46" y="184"/>
                      <a:pt x="53" y="193"/>
                    </a:cubicBezTo>
                    <a:cubicBezTo>
                      <a:pt x="61" y="202"/>
                      <a:pt x="70" y="215"/>
                      <a:pt x="100" y="217"/>
                    </a:cubicBezTo>
                    <a:cubicBezTo>
                      <a:pt x="129" y="219"/>
                      <a:pt x="145" y="201"/>
                      <a:pt x="149" y="196"/>
                    </a:cubicBezTo>
                    <a:cubicBezTo>
                      <a:pt x="153" y="191"/>
                      <a:pt x="172" y="184"/>
                      <a:pt x="178" y="139"/>
                    </a:cubicBezTo>
                    <a:cubicBezTo>
                      <a:pt x="183" y="93"/>
                      <a:pt x="189" y="60"/>
                      <a:pt x="141" y="25"/>
                    </a:cubicBezTo>
                    <a:cubicBezTo>
                      <a:pt x="93" y="-11"/>
                      <a:pt x="47" y="0"/>
                      <a:pt x="32" y="10"/>
                    </a:cubicBezTo>
                    <a:cubicBezTo>
                      <a:pt x="17" y="20"/>
                      <a:pt x="4" y="45"/>
                      <a:pt x="1" y="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30025" rIns="81625" bIns="30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6636950" y="2584643"/>
                <a:ext cx="588290" cy="850962"/>
              </a:xfrm>
              <a:custGeom>
                <a:avLst/>
                <a:gdLst/>
                <a:ahLst/>
                <a:cxnLst/>
                <a:rect l="l" t="t" r="r" b="b"/>
                <a:pathLst>
                  <a:path w="365" h="528" extrusionOk="0">
                    <a:moveTo>
                      <a:pt x="22" y="58"/>
                    </a:moveTo>
                    <a:cubicBezTo>
                      <a:pt x="22" y="58"/>
                      <a:pt x="112" y="21"/>
                      <a:pt x="129" y="18"/>
                    </a:cubicBezTo>
                    <a:cubicBezTo>
                      <a:pt x="147" y="15"/>
                      <a:pt x="266" y="-1"/>
                      <a:pt x="278" y="0"/>
                    </a:cubicBezTo>
                    <a:cubicBezTo>
                      <a:pt x="289" y="1"/>
                      <a:pt x="340" y="11"/>
                      <a:pt x="348" y="22"/>
                    </a:cubicBezTo>
                    <a:cubicBezTo>
                      <a:pt x="357" y="32"/>
                      <a:pt x="373" y="107"/>
                      <a:pt x="359" y="162"/>
                    </a:cubicBezTo>
                    <a:cubicBezTo>
                      <a:pt x="345" y="217"/>
                      <a:pt x="322" y="282"/>
                      <a:pt x="326" y="301"/>
                    </a:cubicBezTo>
                    <a:cubicBezTo>
                      <a:pt x="330" y="320"/>
                      <a:pt x="331" y="420"/>
                      <a:pt x="330" y="429"/>
                    </a:cubicBezTo>
                    <a:cubicBezTo>
                      <a:pt x="328" y="438"/>
                      <a:pt x="336" y="487"/>
                      <a:pt x="211" y="518"/>
                    </a:cubicBezTo>
                    <a:cubicBezTo>
                      <a:pt x="85" y="549"/>
                      <a:pt x="36" y="501"/>
                      <a:pt x="35" y="492"/>
                    </a:cubicBezTo>
                    <a:cubicBezTo>
                      <a:pt x="35" y="484"/>
                      <a:pt x="46" y="370"/>
                      <a:pt x="37" y="329"/>
                    </a:cubicBezTo>
                    <a:cubicBezTo>
                      <a:pt x="29" y="287"/>
                      <a:pt x="3" y="196"/>
                      <a:pt x="1" y="183"/>
                    </a:cubicBezTo>
                    <a:cubicBezTo>
                      <a:pt x="0" y="170"/>
                      <a:pt x="-4" y="83"/>
                      <a:pt x="22" y="5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6179210" y="2624935"/>
                <a:ext cx="562502" cy="396471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46" extrusionOk="0">
                    <a:moveTo>
                      <a:pt x="137" y="142"/>
                    </a:moveTo>
                    <a:cubicBezTo>
                      <a:pt x="137" y="142"/>
                      <a:pt x="204" y="109"/>
                      <a:pt x="216" y="102"/>
                    </a:cubicBezTo>
                    <a:cubicBezTo>
                      <a:pt x="228" y="96"/>
                      <a:pt x="288" y="47"/>
                      <a:pt x="294" y="40"/>
                    </a:cubicBezTo>
                    <a:cubicBezTo>
                      <a:pt x="300" y="33"/>
                      <a:pt x="312" y="31"/>
                      <a:pt x="313" y="30"/>
                    </a:cubicBezTo>
                    <a:cubicBezTo>
                      <a:pt x="314" y="30"/>
                      <a:pt x="330" y="38"/>
                      <a:pt x="344" y="83"/>
                    </a:cubicBezTo>
                    <a:cubicBezTo>
                      <a:pt x="358" y="128"/>
                      <a:pt x="342" y="165"/>
                      <a:pt x="320" y="181"/>
                    </a:cubicBezTo>
                    <a:cubicBezTo>
                      <a:pt x="298" y="197"/>
                      <a:pt x="189" y="232"/>
                      <a:pt x="156" y="240"/>
                    </a:cubicBezTo>
                    <a:cubicBezTo>
                      <a:pt x="124" y="247"/>
                      <a:pt x="90" y="249"/>
                      <a:pt x="79" y="241"/>
                    </a:cubicBezTo>
                    <a:cubicBezTo>
                      <a:pt x="69" y="234"/>
                      <a:pt x="43" y="198"/>
                      <a:pt x="30" y="155"/>
                    </a:cubicBezTo>
                    <a:cubicBezTo>
                      <a:pt x="18" y="113"/>
                      <a:pt x="2" y="66"/>
                      <a:pt x="0" y="37"/>
                    </a:cubicBezTo>
                    <a:cubicBezTo>
                      <a:pt x="-1" y="8"/>
                      <a:pt x="40" y="10"/>
                      <a:pt x="40" y="10"/>
                    </a:cubicBezTo>
                    <a:cubicBezTo>
                      <a:pt x="40" y="10"/>
                      <a:pt x="80" y="-7"/>
                      <a:pt x="86" y="4"/>
                    </a:cubicBezTo>
                    <a:cubicBezTo>
                      <a:pt x="91" y="14"/>
                      <a:pt x="102" y="30"/>
                      <a:pt x="101" y="41"/>
                    </a:cubicBezTo>
                    <a:cubicBezTo>
                      <a:pt x="101" y="53"/>
                      <a:pt x="112" y="72"/>
                      <a:pt x="113" y="79"/>
                    </a:cubicBezTo>
                    <a:cubicBezTo>
                      <a:pt x="114" y="86"/>
                      <a:pt x="122" y="112"/>
                      <a:pt x="124" y="117"/>
                    </a:cubicBezTo>
                    <a:cubicBezTo>
                      <a:pt x="126" y="123"/>
                      <a:pt x="137" y="142"/>
                      <a:pt x="137" y="1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39500" rIns="81625" bIns="39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6143752" y="2402524"/>
                <a:ext cx="156340" cy="222410"/>
              </a:xfrm>
              <a:custGeom>
                <a:avLst/>
                <a:gdLst/>
                <a:ahLst/>
                <a:cxnLst/>
                <a:rect l="l" t="t" r="r" b="b"/>
                <a:pathLst>
                  <a:path w="97" h="138" extrusionOk="0">
                    <a:moveTo>
                      <a:pt x="91" y="119"/>
                    </a:moveTo>
                    <a:cubicBezTo>
                      <a:pt x="91" y="119"/>
                      <a:pt x="98" y="69"/>
                      <a:pt x="97" y="56"/>
                    </a:cubicBezTo>
                    <a:cubicBezTo>
                      <a:pt x="97" y="43"/>
                      <a:pt x="84" y="31"/>
                      <a:pt x="81" y="25"/>
                    </a:cubicBezTo>
                    <a:cubicBezTo>
                      <a:pt x="79" y="18"/>
                      <a:pt x="76" y="1"/>
                      <a:pt x="71" y="0"/>
                    </a:cubicBezTo>
                    <a:cubicBezTo>
                      <a:pt x="67" y="0"/>
                      <a:pt x="62" y="5"/>
                      <a:pt x="63" y="12"/>
                    </a:cubicBezTo>
                    <a:cubicBezTo>
                      <a:pt x="64" y="18"/>
                      <a:pt x="67" y="29"/>
                      <a:pt x="67" y="29"/>
                    </a:cubicBezTo>
                    <a:cubicBezTo>
                      <a:pt x="67" y="29"/>
                      <a:pt x="47" y="14"/>
                      <a:pt x="46" y="10"/>
                    </a:cubicBezTo>
                    <a:cubicBezTo>
                      <a:pt x="44" y="6"/>
                      <a:pt x="46" y="3"/>
                      <a:pt x="43" y="4"/>
                    </a:cubicBezTo>
                    <a:cubicBezTo>
                      <a:pt x="39" y="4"/>
                      <a:pt x="28" y="3"/>
                      <a:pt x="28" y="8"/>
                    </a:cubicBezTo>
                    <a:cubicBezTo>
                      <a:pt x="28" y="13"/>
                      <a:pt x="21" y="19"/>
                      <a:pt x="21" y="19"/>
                    </a:cubicBezTo>
                    <a:cubicBezTo>
                      <a:pt x="21" y="19"/>
                      <a:pt x="17" y="23"/>
                      <a:pt x="16" y="33"/>
                    </a:cubicBezTo>
                    <a:cubicBezTo>
                      <a:pt x="15" y="40"/>
                      <a:pt x="11" y="39"/>
                      <a:pt x="12" y="46"/>
                    </a:cubicBezTo>
                    <a:cubicBezTo>
                      <a:pt x="13" y="52"/>
                      <a:pt x="8" y="53"/>
                      <a:pt x="8" y="55"/>
                    </a:cubicBezTo>
                    <a:cubicBezTo>
                      <a:pt x="7" y="58"/>
                      <a:pt x="0" y="57"/>
                      <a:pt x="0" y="71"/>
                    </a:cubicBezTo>
                    <a:cubicBezTo>
                      <a:pt x="0" y="85"/>
                      <a:pt x="5" y="94"/>
                      <a:pt x="8" y="97"/>
                    </a:cubicBezTo>
                    <a:cubicBezTo>
                      <a:pt x="11" y="101"/>
                      <a:pt x="25" y="106"/>
                      <a:pt x="28" y="116"/>
                    </a:cubicBezTo>
                    <a:cubicBezTo>
                      <a:pt x="30" y="125"/>
                      <a:pt x="35" y="138"/>
                      <a:pt x="35" y="138"/>
                    </a:cubicBezTo>
                    <a:lnTo>
                      <a:pt x="91" y="119"/>
                    </a:ln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4250" rIns="81625" bIns="42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6171151" y="2554021"/>
                <a:ext cx="156340" cy="127322"/>
              </a:xfrm>
              <a:custGeom>
                <a:avLst/>
                <a:gdLst/>
                <a:ahLst/>
                <a:cxnLst/>
                <a:rect l="l" t="t" r="r" b="b"/>
                <a:pathLst>
                  <a:path w="97" h="79" extrusionOk="0">
                    <a:moveTo>
                      <a:pt x="78" y="0"/>
                    </a:moveTo>
                    <a:lnTo>
                      <a:pt x="92" y="37"/>
                    </a:lnTo>
                    <a:cubicBezTo>
                      <a:pt x="92" y="37"/>
                      <a:pt x="98" y="51"/>
                      <a:pt x="96" y="54"/>
                    </a:cubicBezTo>
                    <a:cubicBezTo>
                      <a:pt x="93" y="56"/>
                      <a:pt x="78" y="72"/>
                      <a:pt x="44" y="78"/>
                    </a:cubicBezTo>
                    <a:cubicBezTo>
                      <a:pt x="10" y="83"/>
                      <a:pt x="1" y="75"/>
                      <a:pt x="1" y="75"/>
                    </a:cubicBezTo>
                    <a:cubicBezTo>
                      <a:pt x="1" y="75"/>
                      <a:pt x="1" y="45"/>
                      <a:pt x="0" y="42"/>
                    </a:cubicBezTo>
                    <a:cubicBezTo>
                      <a:pt x="0" y="39"/>
                      <a:pt x="4" y="24"/>
                      <a:pt x="4" y="24"/>
                    </a:cubicBezTo>
                    <a:cubicBezTo>
                      <a:pt x="4" y="24"/>
                      <a:pt x="13" y="37"/>
                      <a:pt x="44" y="26"/>
                    </a:cubicBezTo>
                    <a:cubicBezTo>
                      <a:pt x="74" y="15"/>
                      <a:pt x="75" y="12"/>
                      <a:pt x="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>
                <a:off x="6798126" y="2537905"/>
                <a:ext cx="206304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60" extrusionOk="0">
                    <a:moveTo>
                      <a:pt x="3" y="22"/>
                    </a:moveTo>
                    <a:cubicBezTo>
                      <a:pt x="3" y="22"/>
                      <a:pt x="-3" y="51"/>
                      <a:pt x="1" y="56"/>
                    </a:cubicBezTo>
                    <a:cubicBezTo>
                      <a:pt x="5" y="61"/>
                      <a:pt x="25" y="62"/>
                      <a:pt x="64" y="58"/>
                    </a:cubicBezTo>
                    <a:cubicBezTo>
                      <a:pt x="104" y="55"/>
                      <a:pt x="122" y="39"/>
                      <a:pt x="128" y="31"/>
                    </a:cubicBezTo>
                    <a:cubicBezTo>
                      <a:pt x="116" y="1"/>
                      <a:pt x="114" y="0"/>
                      <a:pt x="114" y="0"/>
                    </a:cubicBezTo>
                    <a:cubicBezTo>
                      <a:pt x="114" y="0"/>
                      <a:pt x="102" y="19"/>
                      <a:pt x="69" y="24"/>
                    </a:cubicBezTo>
                    <a:cubicBezTo>
                      <a:pt x="36" y="29"/>
                      <a:pt x="3" y="22"/>
                      <a:pt x="3" y="2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>
            <a:spLocks noGrp="1"/>
          </p:cNvSpPr>
          <p:nvPr>
            <p:ph type="pic" idx="2"/>
          </p:nvPr>
        </p:nvSpPr>
        <p:spPr>
          <a:xfrm>
            <a:off x="0" y="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5" name="Google Shape;335;p14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336" name="Google Shape;336;p14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14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14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14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2" name="Google Shape;342;p15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343" name="Google Shape;343;p15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15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15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15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49" name="Google Shape;349;p16"/>
          <p:cNvSpPr txBox="1">
            <a:spLocks noGrp="1"/>
          </p:cNvSpPr>
          <p:nvPr>
            <p:ph type="subTitle" idx="1"/>
          </p:nvPr>
        </p:nvSpPr>
        <p:spPr>
          <a:xfrm>
            <a:off x="937625" y="2503625"/>
            <a:ext cx="2175300" cy="16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6"/>
          <p:cNvSpPr txBox="1">
            <a:spLocks noGrp="1"/>
          </p:cNvSpPr>
          <p:nvPr>
            <p:ph type="subTitle" idx="2"/>
          </p:nvPr>
        </p:nvSpPr>
        <p:spPr>
          <a:xfrm>
            <a:off x="3484350" y="2503625"/>
            <a:ext cx="2175300" cy="16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6"/>
          <p:cNvSpPr txBox="1">
            <a:spLocks noGrp="1"/>
          </p:cNvSpPr>
          <p:nvPr>
            <p:ph type="subTitle" idx="3"/>
          </p:nvPr>
        </p:nvSpPr>
        <p:spPr>
          <a:xfrm>
            <a:off x="6031075" y="2503625"/>
            <a:ext cx="2175300" cy="16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6"/>
          <p:cNvSpPr txBox="1">
            <a:spLocks noGrp="1"/>
          </p:cNvSpPr>
          <p:nvPr>
            <p:ph type="subTitle" idx="4"/>
          </p:nvPr>
        </p:nvSpPr>
        <p:spPr>
          <a:xfrm>
            <a:off x="937625" y="2113901"/>
            <a:ext cx="2175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ubTitle" idx="5"/>
          </p:nvPr>
        </p:nvSpPr>
        <p:spPr>
          <a:xfrm>
            <a:off x="3484350" y="2113901"/>
            <a:ext cx="2175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subTitle" idx="6"/>
          </p:nvPr>
        </p:nvSpPr>
        <p:spPr>
          <a:xfrm>
            <a:off x="6031075" y="2113901"/>
            <a:ext cx="2175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grpSp>
        <p:nvGrpSpPr>
          <p:cNvPr id="355" name="Google Shape;355;p16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356" name="Google Shape;356;p16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16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16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16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62" name="Google Shape;362;p17"/>
          <p:cNvSpPr txBox="1">
            <a:spLocks noGrp="1"/>
          </p:cNvSpPr>
          <p:nvPr>
            <p:ph type="subTitle" idx="1"/>
          </p:nvPr>
        </p:nvSpPr>
        <p:spPr>
          <a:xfrm>
            <a:off x="1705170" y="17489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subTitle" idx="2"/>
          </p:nvPr>
        </p:nvSpPr>
        <p:spPr>
          <a:xfrm>
            <a:off x="5616351" y="17489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subTitle" idx="3"/>
          </p:nvPr>
        </p:nvSpPr>
        <p:spPr>
          <a:xfrm>
            <a:off x="1705170" y="31843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7"/>
          <p:cNvSpPr txBox="1">
            <a:spLocks noGrp="1"/>
          </p:cNvSpPr>
          <p:nvPr>
            <p:ph type="subTitle" idx="4"/>
          </p:nvPr>
        </p:nvSpPr>
        <p:spPr>
          <a:xfrm>
            <a:off x="5616351" y="31843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7"/>
          <p:cNvSpPr txBox="1">
            <a:spLocks noGrp="1"/>
          </p:cNvSpPr>
          <p:nvPr>
            <p:ph type="subTitle" idx="5"/>
          </p:nvPr>
        </p:nvSpPr>
        <p:spPr>
          <a:xfrm>
            <a:off x="1705171" y="14155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subTitle" idx="6"/>
          </p:nvPr>
        </p:nvSpPr>
        <p:spPr>
          <a:xfrm>
            <a:off x="1705171" y="28508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7"/>
          </p:nvPr>
        </p:nvSpPr>
        <p:spPr>
          <a:xfrm>
            <a:off x="5616325" y="14155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subTitle" idx="8"/>
          </p:nvPr>
        </p:nvSpPr>
        <p:spPr>
          <a:xfrm>
            <a:off x="5616325" y="28508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grpSp>
        <p:nvGrpSpPr>
          <p:cNvPr id="370" name="Google Shape;370;p17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371" name="Google Shape;371;p17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7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7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7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subTitle" idx="1"/>
          </p:nvPr>
        </p:nvSpPr>
        <p:spPr>
          <a:xfrm>
            <a:off x="713225" y="1633951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subTitle" idx="2"/>
          </p:nvPr>
        </p:nvSpPr>
        <p:spPr>
          <a:xfrm>
            <a:off x="3446536" y="1633961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subTitle" idx="3"/>
          </p:nvPr>
        </p:nvSpPr>
        <p:spPr>
          <a:xfrm>
            <a:off x="713225" y="3346400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subTitle" idx="4"/>
          </p:nvPr>
        </p:nvSpPr>
        <p:spPr>
          <a:xfrm>
            <a:off x="3446521" y="3346400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8"/>
          <p:cNvSpPr txBox="1">
            <a:spLocks noGrp="1"/>
          </p:cNvSpPr>
          <p:nvPr>
            <p:ph type="subTitle" idx="5"/>
          </p:nvPr>
        </p:nvSpPr>
        <p:spPr>
          <a:xfrm>
            <a:off x="6179817" y="1633961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8"/>
          <p:cNvSpPr txBox="1">
            <a:spLocks noGrp="1"/>
          </p:cNvSpPr>
          <p:nvPr>
            <p:ph type="subTitle" idx="6"/>
          </p:nvPr>
        </p:nvSpPr>
        <p:spPr>
          <a:xfrm>
            <a:off x="6179817" y="3346400"/>
            <a:ext cx="22509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8"/>
          <p:cNvSpPr txBox="1">
            <a:spLocks noGrp="1"/>
          </p:cNvSpPr>
          <p:nvPr>
            <p:ph type="subTitle" idx="7"/>
          </p:nvPr>
        </p:nvSpPr>
        <p:spPr>
          <a:xfrm>
            <a:off x="713225" y="1271778"/>
            <a:ext cx="2248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subTitle" idx="8"/>
          </p:nvPr>
        </p:nvSpPr>
        <p:spPr>
          <a:xfrm>
            <a:off x="3447815" y="1271784"/>
            <a:ext cx="2248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subTitle" idx="9"/>
          </p:nvPr>
        </p:nvSpPr>
        <p:spPr>
          <a:xfrm>
            <a:off x="6181098" y="1271784"/>
            <a:ext cx="2248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subTitle" idx="13"/>
          </p:nvPr>
        </p:nvSpPr>
        <p:spPr>
          <a:xfrm>
            <a:off x="713225" y="2982375"/>
            <a:ext cx="22509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subTitle" idx="14"/>
          </p:nvPr>
        </p:nvSpPr>
        <p:spPr>
          <a:xfrm>
            <a:off x="3447815" y="2982375"/>
            <a:ext cx="22482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subTitle" idx="15"/>
          </p:nvPr>
        </p:nvSpPr>
        <p:spPr>
          <a:xfrm>
            <a:off x="6181098" y="2982375"/>
            <a:ext cx="22482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"/>
              <a:buNone/>
              <a:defRPr sz="2400" b="1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grpSp>
        <p:nvGrpSpPr>
          <p:cNvPr id="389" name="Google Shape;389;p18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390" name="Google Shape;390;p18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18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18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18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21"/>
          <p:cNvGrpSpPr/>
          <p:nvPr/>
        </p:nvGrpSpPr>
        <p:grpSpPr>
          <a:xfrm flipH="1"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417" name="Google Shape;417;p21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1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21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21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1" name="Google Shape;421;p21"/>
          <p:cNvGrpSpPr/>
          <p:nvPr/>
        </p:nvGrpSpPr>
        <p:grpSpPr>
          <a:xfrm>
            <a:off x="757435" y="744044"/>
            <a:ext cx="2526289" cy="3562106"/>
            <a:chOff x="757435" y="667844"/>
            <a:chExt cx="2526289" cy="3562106"/>
          </a:xfrm>
        </p:grpSpPr>
        <p:sp>
          <p:nvSpPr>
            <p:cNvPr id="422" name="Google Shape;422;p21"/>
            <p:cNvSpPr/>
            <p:nvPr/>
          </p:nvSpPr>
          <p:spPr>
            <a:xfrm>
              <a:off x="1227312" y="3368565"/>
              <a:ext cx="1492716" cy="861386"/>
            </a:xfrm>
            <a:custGeom>
              <a:avLst/>
              <a:gdLst/>
              <a:ahLst/>
              <a:cxnLst/>
              <a:rect l="l" t="t" r="r" b="b"/>
              <a:pathLst>
                <a:path w="2478" h="1430" extrusionOk="0">
                  <a:moveTo>
                    <a:pt x="2118" y="1222"/>
                  </a:moveTo>
                  <a:cubicBezTo>
                    <a:pt x="1636" y="1500"/>
                    <a:pt x="851" y="1499"/>
                    <a:pt x="366" y="1219"/>
                  </a:cubicBezTo>
                  <a:cubicBezTo>
                    <a:pt x="-119" y="939"/>
                    <a:pt x="-122" y="486"/>
                    <a:pt x="361" y="208"/>
                  </a:cubicBezTo>
                  <a:cubicBezTo>
                    <a:pt x="843" y="-70"/>
                    <a:pt x="1627" y="-69"/>
                    <a:pt x="2112" y="212"/>
                  </a:cubicBezTo>
                  <a:cubicBezTo>
                    <a:pt x="2598" y="491"/>
                    <a:pt x="2600" y="944"/>
                    <a:pt x="2118" y="1222"/>
                  </a:cubicBezTo>
                  <a:close/>
                </a:path>
              </a:pathLst>
            </a:custGeom>
            <a:solidFill>
              <a:srgbClr val="2A1401">
                <a:alpha val="12030"/>
              </a:srgbClr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1472939" y="3415988"/>
              <a:ext cx="1002342" cy="648978"/>
            </a:xfrm>
            <a:custGeom>
              <a:avLst/>
              <a:gdLst/>
              <a:ahLst/>
              <a:cxnLst/>
              <a:rect l="l" t="t" r="r" b="b"/>
              <a:pathLst>
                <a:path w="1251" h="810" extrusionOk="0">
                  <a:moveTo>
                    <a:pt x="554" y="791"/>
                  </a:moveTo>
                  <a:lnTo>
                    <a:pt x="1225" y="404"/>
                  </a:lnTo>
                  <a:cubicBezTo>
                    <a:pt x="1263" y="381"/>
                    <a:pt x="1260" y="325"/>
                    <a:pt x="1220" y="307"/>
                  </a:cubicBezTo>
                  <a:lnTo>
                    <a:pt x="1034" y="224"/>
                  </a:lnTo>
                  <a:lnTo>
                    <a:pt x="702" y="0"/>
                  </a:lnTo>
                  <a:lnTo>
                    <a:pt x="0" y="405"/>
                  </a:lnTo>
                  <a:lnTo>
                    <a:pt x="255" y="673"/>
                  </a:lnTo>
                  <a:lnTo>
                    <a:pt x="404" y="783"/>
                  </a:lnTo>
                  <a:cubicBezTo>
                    <a:pt x="448" y="815"/>
                    <a:pt x="507" y="818"/>
                    <a:pt x="554" y="7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1472939" y="2559496"/>
              <a:ext cx="578490" cy="1180980"/>
            </a:xfrm>
            <a:custGeom>
              <a:avLst/>
              <a:gdLst/>
              <a:ahLst/>
              <a:cxnLst/>
              <a:rect l="l" t="t" r="r" b="b"/>
              <a:pathLst>
                <a:path w="722" h="1474" extrusionOk="0">
                  <a:moveTo>
                    <a:pt x="19" y="406"/>
                  </a:moveTo>
                  <a:lnTo>
                    <a:pt x="722" y="0"/>
                  </a:lnTo>
                  <a:lnTo>
                    <a:pt x="702" y="1069"/>
                  </a:lnTo>
                  <a:lnTo>
                    <a:pt x="0" y="1474"/>
                  </a:lnTo>
                  <a:lnTo>
                    <a:pt x="19" y="40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1472939" y="3415988"/>
              <a:ext cx="828474" cy="539213"/>
            </a:xfrm>
            <a:custGeom>
              <a:avLst/>
              <a:gdLst/>
              <a:ahLst/>
              <a:cxnLst/>
              <a:rect l="l" t="t" r="r" b="b"/>
              <a:pathLst>
                <a:path w="1034" h="673" extrusionOk="0">
                  <a:moveTo>
                    <a:pt x="255" y="673"/>
                  </a:moveTo>
                  <a:lnTo>
                    <a:pt x="1034" y="224"/>
                  </a:lnTo>
                  <a:lnTo>
                    <a:pt x="702" y="0"/>
                  </a:lnTo>
                  <a:lnTo>
                    <a:pt x="0" y="405"/>
                  </a:lnTo>
                  <a:lnTo>
                    <a:pt x="255" y="6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757435" y="667844"/>
              <a:ext cx="2120061" cy="3257710"/>
            </a:xfrm>
            <a:custGeom>
              <a:avLst/>
              <a:gdLst/>
              <a:ahLst/>
              <a:cxnLst/>
              <a:rect l="l" t="t" r="r" b="b"/>
              <a:pathLst>
                <a:path w="2646" h="4066" extrusionOk="0">
                  <a:moveTo>
                    <a:pt x="2646" y="68"/>
                  </a:moveTo>
                  <a:lnTo>
                    <a:pt x="2539" y="12"/>
                  </a:lnTo>
                  <a:lnTo>
                    <a:pt x="2539" y="12"/>
                  </a:lnTo>
                  <a:cubicBezTo>
                    <a:pt x="2507" y="-4"/>
                    <a:pt x="2467" y="-5"/>
                    <a:pt x="2432" y="15"/>
                  </a:cubicBezTo>
                  <a:lnTo>
                    <a:pt x="143" y="1337"/>
                  </a:lnTo>
                  <a:cubicBezTo>
                    <a:pt x="54" y="1388"/>
                    <a:pt x="0" y="1482"/>
                    <a:pt x="0" y="1630"/>
                  </a:cubicBezTo>
                  <a:lnTo>
                    <a:pt x="0" y="3953"/>
                  </a:lnTo>
                  <a:cubicBezTo>
                    <a:pt x="0" y="3954"/>
                    <a:pt x="27" y="3991"/>
                    <a:pt x="64" y="4009"/>
                  </a:cubicBezTo>
                  <a:lnTo>
                    <a:pt x="63" y="4009"/>
                  </a:lnTo>
                  <a:lnTo>
                    <a:pt x="172" y="4066"/>
                  </a:lnTo>
                  <a:lnTo>
                    <a:pt x="233" y="3970"/>
                  </a:lnTo>
                  <a:lnTo>
                    <a:pt x="2460" y="2684"/>
                  </a:lnTo>
                  <a:cubicBezTo>
                    <a:pt x="2548" y="2633"/>
                    <a:pt x="2602" y="2357"/>
                    <a:pt x="2602" y="2255"/>
                  </a:cubicBezTo>
                  <a:lnTo>
                    <a:pt x="2602" y="137"/>
                  </a:lnTo>
                  <a:lnTo>
                    <a:pt x="2646" y="6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839962" y="711109"/>
              <a:ext cx="2084807" cy="3221655"/>
            </a:xfrm>
            <a:custGeom>
              <a:avLst/>
              <a:gdLst/>
              <a:ahLst/>
              <a:cxnLst/>
              <a:rect l="l" t="t" r="r" b="b"/>
              <a:pathLst>
                <a:path w="2602" h="4021" extrusionOk="0">
                  <a:moveTo>
                    <a:pt x="2602" y="174"/>
                  </a:moveTo>
                  <a:lnTo>
                    <a:pt x="2602" y="2255"/>
                  </a:lnTo>
                  <a:cubicBezTo>
                    <a:pt x="2602" y="2539"/>
                    <a:pt x="2548" y="2633"/>
                    <a:pt x="2459" y="2684"/>
                  </a:cubicBezTo>
                  <a:lnTo>
                    <a:pt x="2123" y="2879"/>
                  </a:lnTo>
                  <a:lnTo>
                    <a:pt x="1504" y="3237"/>
                  </a:lnTo>
                  <a:lnTo>
                    <a:pt x="1181" y="3423"/>
                  </a:lnTo>
                  <a:lnTo>
                    <a:pt x="171" y="4005"/>
                  </a:lnTo>
                  <a:cubicBezTo>
                    <a:pt x="143" y="4022"/>
                    <a:pt x="112" y="4024"/>
                    <a:pt x="84" y="4017"/>
                  </a:cubicBezTo>
                  <a:cubicBezTo>
                    <a:pt x="74" y="4014"/>
                    <a:pt x="65" y="4010"/>
                    <a:pt x="56" y="4005"/>
                  </a:cubicBezTo>
                  <a:cubicBezTo>
                    <a:pt x="44" y="3998"/>
                    <a:pt x="32" y="3988"/>
                    <a:pt x="24" y="3967"/>
                  </a:cubicBezTo>
                  <a:cubicBezTo>
                    <a:pt x="10" y="3935"/>
                    <a:pt x="2" y="3878"/>
                    <a:pt x="0" y="3765"/>
                  </a:cubicBezTo>
                  <a:cubicBezTo>
                    <a:pt x="0" y="3753"/>
                    <a:pt x="0" y="3739"/>
                    <a:pt x="0" y="3725"/>
                  </a:cubicBezTo>
                  <a:lnTo>
                    <a:pt x="0" y="1632"/>
                  </a:lnTo>
                  <a:cubicBezTo>
                    <a:pt x="0" y="1712"/>
                    <a:pt x="54" y="1388"/>
                    <a:pt x="143" y="1337"/>
                  </a:cubicBezTo>
                  <a:lnTo>
                    <a:pt x="859" y="923"/>
                  </a:lnTo>
                  <a:lnTo>
                    <a:pt x="1560" y="518"/>
                  </a:lnTo>
                  <a:lnTo>
                    <a:pt x="1883" y="333"/>
                  </a:lnTo>
                  <a:lnTo>
                    <a:pt x="2432" y="15"/>
                  </a:lnTo>
                  <a:cubicBezTo>
                    <a:pt x="2453" y="3"/>
                    <a:pt x="2475" y="-1"/>
                    <a:pt x="2496" y="0"/>
                  </a:cubicBezTo>
                  <a:cubicBezTo>
                    <a:pt x="2553" y="4"/>
                    <a:pt x="2602" y="293"/>
                    <a:pt x="2602" y="1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839962" y="711109"/>
              <a:ext cx="2084807" cy="2848293"/>
            </a:xfrm>
            <a:custGeom>
              <a:avLst/>
              <a:gdLst/>
              <a:ahLst/>
              <a:cxnLst/>
              <a:rect l="l" t="t" r="r" b="b"/>
              <a:pathLst>
                <a:path w="2602" h="3555" extrusionOk="0">
                  <a:moveTo>
                    <a:pt x="2602" y="114"/>
                  </a:moveTo>
                  <a:lnTo>
                    <a:pt x="2602" y="2052"/>
                  </a:lnTo>
                  <a:lnTo>
                    <a:pt x="0" y="3555"/>
                  </a:lnTo>
                  <a:lnTo>
                    <a:pt x="0" y="1584"/>
                  </a:lnTo>
                  <a:cubicBezTo>
                    <a:pt x="0" y="1482"/>
                    <a:pt x="54" y="1388"/>
                    <a:pt x="143" y="1337"/>
                  </a:cubicBezTo>
                  <a:lnTo>
                    <a:pt x="859" y="923"/>
                  </a:lnTo>
                  <a:lnTo>
                    <a:pt x="1560" y="518"/>
                  </a:lnTo>
                  <a:lnTo>
                    <a:pt x="1883" y="333"/>
                  </a:lnTo>
                  <a:lnTo>
                    <a:pt x="2431" y="15"/>
                  </a:lnTo>
                  <a:cubicBezTo>
                    <a:pt x="2436" y="13"/>
                    <a:pt x="2441" y="10"/>
                    <a:pt x="2445" y="9"/>
                  </a:cubicBezTo>
                  <a:cubicBezTo>
                    <a:pt x="2450" y="7"/>
                    <a:pt x="2455" y="5"/>
                    <a:pt x="2459" y="4"/>
                  </a:cubicBezTo>
                  <a:cubicBezTo>
                    <a:pt x="2464" y="3"/>
                    <a:pt x="2469" y="2"/>
                    <a:pt x="2474" y="1"/>
                  </a:cubicBezTo>
                  <a:cubicBezTo>
                    <a:pt x="2481" y="0"/>
                    <a:pt x="2489" y="0"/>
                    <a:pt x="2496" y="1"/>
                  </a:cubicBezTo>
                  <a:cubicBezTo>
                    <a:pt x="2553" y="4"/>
                    <a:pt x="2602" y="51"/>
                    <a:pt x="2602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895247" y="773603"/>
              <a:ext cx="1974237" cy="2501370"/>
            </a:xfrm>
            <a:custGeom>
              <a:avLst/>
              <a:gdLst/>
              <a:ahLst/>
              <a:cxnLst/>
              <a:rect l="l" t="t" r="r" b="b"/>
              <a:pathLst>
                <a:path w="2464" h="3122" extrusionOk="0">
                  <a:moveTo>
                    <a:pt x="2464" y="0"/>
                  </a:moveTo>
                  <a:lnTo>
                    <a:pt x="2464" y="1699"/>
                  </a:lnTo>
                  <a:lnTo>
                    <a:pt x="2125" y="1894"/>
                  </a:lnTo>
                  <a:lnTo>
                    <a:pt x="1507" y="2252"/>
                  </a:lnTo>
                  <a:lnTo>
                    <a:pt x="1185" y="2438"/>
                  </a:lnTo>
                  <a:lnTo>
                    <a:pt x="48" y="3094"/>
                  </a:lnTo>
                  <a:lnTo>
                    <a:pt x="0" y="3122"/>
                  </a:lnTo>
                  <a:lnTo>
                    <a:pt x="0" y="1422"/>
                  </a:lnTo>
                  <a:lnTo>
                    <a:pt x="769" y="978"/>
                  </a:lnTo>
                  <a:lnTo>
                    <a:pt x="1470" y="574"/>
                  </a:lnTo>
                  <a:lnTo>
                    <a:pt x="1792" y="389"/>
                  </a:lnTo>
                  <a:lnTo>
                    <a:pt x="2410" y="31"/>
                  </a:lnTo>
                  <a:lnTo>
                    <a:pt x="24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895247" y="773603"/>
              <a:ext cx="1974237" cy="1372468"/>
            </a:xfrm>
            <a:custGeom>
              <a:avLst/>
              <a:gdLst/>
              <a:ahLst/>
              <a:cxnLst/>
              <a:rect l="l" t="t" r="r" b="b"/>
              <a:pathLst>
                <a:path w="2464" h="1713" extrusionOk="0">
                  <a:moveTo>
                    <a:pt x="2464" y="0"/>
                  </a:moveTo>
                  <a:lnTo>
                    <a:pt x="2464" y="291"/>
                  </a:lnTo>
                  <a:lnTo>
                    <a:pt x="0" y="1713"/>
                  </a:lnTo>
                  <a:lnTo>
                    <a:pt x="0" y="1422"/>
                  </a:lnTo>
                  <a:lnTo>
                    <a:pt x="24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952135" y="1874463"/>
              <a:ext cx="116179" cy="88934"/>
            </a:xfrm>
            <a:custGeom>
              <a:avLst/>
              <a:gdLst/>
              <a:ahLst/>
              <a:cxnLst/>
              <a:rect l="l" t="t" r="r" b="b"/>
              <a:pathLst>
                <a:path w="145" h="111" extrusionOk="0">
                  <a:moveTo>
                    <a:pt x="0" y="111"/>
                  </a:moveTo>
                  <a:lnTo>
                    <a:pt x="145" y="28"/>
                  </a:lnTo>
                  <a:lnTo>
                    <a:pt x="145" y="0"/>
                  </a:lnTo>
                  <a:lnTo>
                    <a:pt x="0" y="84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0" rIns="8162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952135" y="1924939"/>
              <a:ext cx="116179" cy="88934"/>
            </a:xfrm>
            <a:custGeom>
              <a:avLst/>
              <a:gdLst/>
              <a:ahLst/>
              <a:cxnLst/>
              <a:rect l="l" t="t" r="r" b="b"/>
              <a:pathLst>
                <a:path w="145" h="111" extrusionOk="0">
                  <a:moveTo>
                    <a:pt x="0" y="111"/>
                  </a:moveTo>
                  <a:lnTo>
                    <a:pt x="145" y="27"/>
                  </a:lnTo>
                  <a:lnTo>
                    <a:pt x="145" y="0"/>
                  </a:lnTo>
                  <a:lnTo>
                    <a:pt x="0" y="83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0" rIns="8162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952135" y="1974614"/>
              <a:ext cx="116179" cy="88934"/>
            </a:xfrm>
            <a:custGeom>
              <a:avLst/>
              <a:gdLst/>
              <a:ahLst/>
              <a:cxnLst/>
              <a:rect l="l" t="t" r="r" b="b"/>
              <a:pathLst>
                <a:path w="145" h="111" extrusionOk="0">
                  <a:moveTo>
                    <a:pt x="0" y="111"/>
                  </a:moveTo>
                  <a:lnTo>
                    <a:pt x="145" y="27"/>
                  </a:lnTo>
                  <a:lnTo>
                    <a:pt x="145" y="0"/>
                  </a:lnTo>
                  <a:lnTo>
                    <a:pt x="0" y="83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0" rIns="8162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895247" y="773603"/>
              <a:ext cx="1974237" cy="2501370"/>
            </a:xfrm>
            <a:custGeom>
              <a:avLst/>
              <a:gdLst/>
              <a:ahLst/>
              <a:cxnLst/>
              <a:rect l="l" t="t" r="r" b="b"/>
              <a:pathLst>
                <a:path w="2464" h="3122" extrusionOk="0">
                  <a:moveTo>
                    <a:pt x="2446" y="11"/>
                  </a:moveTo>
                  <a:lnTo>
                    <a:pt x="2446" y="1687"/>
                  </a:lnTo>
                  <a:lnTo>
                    <a:pt x="0" y="3100"/>
                  </a:lnTo>
                  <a:lnTo>
                    <a:pt x="0" y="3122"/>
                  </a:lnTo>
                  <a:lnTo>
                    <a:pt x="2464" y="1699"/>
                  </a:lnTo>
                  <a:lnTo>
                    <a:pt x="2464" y="0"/>
                  </a:lnTo>
                  <a:lnTo>
                    <a:pt x="2446" y="1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895247" y="3247334"/>
              <a:ext cx="427858" cy="327694"/>
            </a:xfrm>
            <a:custGeom>
              <a:avLst/>
              <a:gdLst/>
              <a:ahLst/>
              <a:cxnLst/>
              <a:rect l="l" t="t" r="r" b="b"/>
              <a:pathLst>
                <a:path w="534" h="409" extrusionOk="0">
                  <a:moveTo>
                    <a:pt x="534" y="409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534" y="308"/>
                  </a:lnTo>
                  <a:lnTo>
                    <a:pt x="534" y="4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895247" y="2113625"/>
              <a:ext cx="2388474" cy="1380481"/>
            </a:xfrm>
            <a:custGeom>
              <a:avLst/>
              <a:gdLst/>
              <a:ahLst/>
              <a:cxnLst/>
              <a:rect l="l" t="t" r="r" b="b"/>
              <a:pathLst>
                <a:path w="2981" h="1723" extrusionOk="0">
                  <a:moveTo>
                    <a:pt x="534" y="1723"/>
                  </a:moveTo>
                  <a:lnTo>
                    <a:pt x="0" y="1415"/>
                  </a:lnTo>
                  <a:lnTo>
                    <a:pt x="2447" y="0"/>
                  </a:lnTo>
                  <a:lnTo>
                    <a:pt x="2981" y="308"/>
                  </a:lnTo>
                  <a:lnTo>
                    <a:pt x="534" y="17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323107" y="2360397"/>
              <a:ext cx="1960616" cy="1214631"/>
            </a:xfrm>
            <a:custGeom>
              <a:avLst/>
              <a:gdLst/>
              <a:ahLst/>
              <a:cxnLst/>
              <a:rect l="l" t="t" r="r" b="b"/>
              <a:pathLst>
                <a:path w="2447" h="1516" extrusionOk="0">
                  <a:moveTo>
                    <a:pt x="0" y="1516"/>
                  </a:moveTo>
                  <a:lnTo>
                    <a:pt x="2447" y="102"/>
                  </a:lnTo>
                  <a:lnTo>
                    <a:pt x="2447" y="0"/>
                  </a:lnTo>
                  <a:lnTo>
                    <a:pt x="0" y="1415"/>
                  </a:lnTo>
                  <a:lnTo>
                    <a:pt x="0" y="151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779068" y="2553888"/>
              <a:ext cx="16025" cy="527195"/>
            </a:xfrm>
            <a:custGeom>
              <a:avLst/>
              <a:gdLst/>
              <a:ahLst/>
              <a:cxnLst/>
              <a:rect l="l" t="t" r="r" b="b"/>
              <a:pathLst>
                <a:path w="20" h="658" extrusionOk="0">
                  <a:moveTo>
                    <a:pt x="20" y="12"/>
                  </a:moveTo>
                  <a:lnTo>
                    <a:pt x="0" y="0"/>
                  </a:lnTo>
                  <a:lnTo>
                    <a:pt x="0" y="647"/>
                  </a:lnTo>
                  <a:lnTo>
                    <a:pt x="20" y="658"/>
                  </a:lnTo>
                  <a:lnTo>
                    <a:pt x="20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779068" y="3109926"/>
              <a:ext cx="16025" cy="120181"/>
            </a:xfrm>
            <a:custGeom>
              <a:avLst/>
              <a:gdLst/>
              <a:ahLst/>
              <a:cxnLst/>
              <a:rect l="l" t="t" r="r" b="b"/>
              <a:pathLst>
                <a:path w="20" h="150" extrusionOk="0">
                  <a:moveTo>
                    <a:pt x="20" y="12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20" y="150"/>
                  </a:lnTo>
                  <a:lnTo>
                    <a:pt x="20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1625" tIns="8175" rIns="81625" bIns="81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895247" y="2113625"/>
              <a:ext cx="2388474" cy="1380481"/>
            </a:xfrm>
            <a:custGeom>
              <a:avLst/>
              <a:gdLst/>
              <a:ahLst/>
              <a:cxnLst/>
              <a:rect l="l" t="t" r="r" b="b"/>
              <a:pathLst>
                <a:path w="2981" h="1723" extrusionOk="0">
                  <a:moveTo>
                    <a:pt x="534" y="1723"/>
                  </a:moveTo>
                  <a:lnTo>
                    <a:pt x="0" y="1415"/>
                  </a:lnTo>
                  <a:lnTo>
                    <a:pt x="2447" y="0"/>
                  </a:lnTo>
                  <a:lnTo>
                    <a:pt x="2981" y="308"/>
                  </a:lnTo>
                  <a:lnTo>
                    <a:pt x="534" y="1723"/>
                  </a:lnTo>
                  <a:close/>
                </a:path>
              </a:pathLst>
            </a:custGeom>
            <a:solidFill>
              <a:srgbClr val="2A1401">
                <a:alpha val="11760"/>
              </a:srgbClr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" name="Google Shape;441;p21"/>
            <p:cNvGrpSpPr/>
            <p:nvPr/>
          </p:nvGrpSpPr>
          <p:grpSpPr>
            <a:xfrm>
              <a:off x="1068326" y="1953920"/>
              <a:ext cx="964765" cy="1235655"/>
              <a:chOff x="6305784" y="774572"/>
              <a:chExt cx="2089141" cy="2675737"/>
            </a:xfrm>
          </p:grpSpPr>
          <p:sp>
            <p:nvSpPr>
              <p:cNvPr id="442" name="Google Shape;442;p21"/>
              <p:cNvSpPr/>
              <p:nvPr/>
            </p:nvSpPr>
            <p:spPr>
              <a:xfrm>
                <a:off x="6305784" y="2244435"/>
                <a:ext cx="2089141" cy="1205874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40" extrusionOk="0">
                    <a:moveTo>
                      <a:pt x="1132" y="610"/>
                    </a:moveTo>
                    <a:cubicBezTo>
                      <a:pt x="1120" y="618"/>
                      <a:pt x="1108" y="626"/>
                      <a:pt x="1095" y="633"/>
                    </a:cubicBezTo>
                    <a:cubicBezTo>
                      <a:pt x="1091" y="636"/>
                      <a:pt x="1087" y="638"/>
                      <a:pt x="1082" y="640"/>
                    </a:cubicBezTo>
                    <a:cubicBezTo>
                      <a:pt x="1071" y="647"/>
                      <a:pt x="1059" y="653"/>
                      <a:pt x="1046" y="659"/>
                    </a:cubicBezTo>
                    <a:cubicBezTo>
                      <a:pt x="1042" y="661"/>
                      <a:pt x="1037" y="663"/>
                      <a:pt x="1032" y="665"/>
                    </a:cubicBezTo>
                    <a:cubicBezTo>
                      <a:pt x="815" y="761"/>
                      <a:pt x="515" y="766"/>
                      <a:pt x="288" y="678"/>
                    </a:cubicBezTo>
                    <a:cubicBezTo>
                      <a:pt x="253" y="665"/>
                      <a:pt x="220" y="649"/>
                      <a:pt x="189" y="631"/>
                    </a:cubicBezTo>
                    <a:cubicBezTo>
                      <a:pt x="168" y="619"/>
                      <a:pt x="148" y="606"/>
                      <a:pt x="130" y="592"/>
                    </a:cubicBezTo>
                    <a:cubicBezTo>
                      <a:pt x="-60" y="447"/>
                      <a:pt x="-41" y="240"/>
                      <a:pt x="186" y="108"/>
                    </a:cubicBezTo>
                    <a:cubicBezTo>
                      <a:pt x="436" y="-36"/>
                      <a:pt x="842" y="-35"/>
                      <a:pt x="1093" y="110"/>
                    </a:cubicBezTo>
                    <a:cubicBezTo>
                      <a:pt x="1331" y="247"/>
                      <a:pt x="1344" y="465"/>
                      <a:pt x="1132" y="610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6869626" y="1846822"/>
                <a:ext cx="278661" cy="107225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58" extrusionOk="0">
                    <a:moveTo>
                      <a:pt x="24" y="658"/>
                    </a:moveTo>
                    <a:lnTo>
                      <a:pt x="171" y="27"/>
                    </a:lnTo>
                    <a:lnTo>
                      <a:pt x="138" y="0"/>
                    </a:lnTo>
                    <a:lnTo>
                      <a:pt x="0" y="644"/>
                    </a:lnTo>
                    <a:lnTo>
                      <a:pt x="24" y="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7425319" y="1550242"/>
                <a:ext cx="278661" cy="103803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37" extrusionOk="0">
                    <a:moveTo>
                      <a:pt x="24" y="637"/>
                    </a:moveTo>
                    <a:lnTo>
                      <a:pt x="171" y="6"/>
                    </a:lnTo>
                    <a:lnTo>
                      <a:pt x="141" y="0"/>
                    </a:lnTo>
                    <a:lnTo>
                      <a:pt x="0" y="623"/>
                    </a:lnTo>
                    <a:lnTo>
                      <a:pt x="24" y="6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>
                <a:off x="6908736" y="1879413"/>
                <a:ext cx="263994" cy="1039659"/>
              </a:xfrm>
              <a:custGeom>
                <a:avLst/>
                <a:gdLst/>
                <a:ahLst/>
                <a:cxnLst/>
                <a:rect l="l" t="t" r="r" b="b"/>
                <a:pathLst>
                  <a:path w="162" h="638" extrusionOk="0">
                    <a:moveTo>
                      <a:pt x="36" y="613"/>
                    </a:moveTo>
                    <a:lnTo>
                      <a:pt x="162" y="6"/>
                    </a:lnTo>
                    <a:lnTo>
                      <a:pt x="132" y="0"/>
                    </a:lnTo>
                    <a:lnTo>
                      <a:pt x="0" y="638"/>
                    </a:lnTo>
                    <a:lnTo>
                      <a:pt x="36" y="61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7464430" y="1573056"/>
                <a:ext cx="278661" cy="1015216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23" extrusionOk="0">
                    <a:moveTo>
                      <a:pt x="36" y="598"/>
                    </a:moveTo>
                    <a:lnTo>
                      <a:pt x="171" y="6"/>
                    </a:lnTo>
                    <a:lnTo>
                      <a:pt x="141" y="0"/>
                    </a:lnTo>
                    <a:lnTo>
                      <a:pt x="0" y="623"/>
                    </a:lnTo>
                    <a:lnTo>
                      <a:pt x="36" y="5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7133621" y="1941337"/>
                <a:ext cx="141775" cy="1189579"/>
              </a:xfrm>
              <a:custGeom>
                <a:avLst/>
                <a:gdLst/>
                <a:ahLst/>
                <a:cxnLst/>
                <a:rect l="l" t="t" r="r" b="b"/>
                <a:pathLst>
                  <a:path w="87" h="730" extrusionOk="0">
                    <a:moveTo>
                      <a:pt x="58" y="730"/>
                    </a:moveTo>
                    <a:lnTo>
                      <a:pt x="87" y="715"/>
                    </a:lnTo>
                    <a:lnTo>
                      <a:pt x="31" y="0"/>
                    </a:lnTo>
                    <a:lnTo>
                      <a:pt x="0" y="1"/>
                    </a:lnTo>
                    <a:lnTo>
                      <a:pt x="58" y="73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7686056" y="1615425"/>
                <a:ext cx="143404" cy="1189579"/>
              </a:xfrm>
              <a:custGeom>
                <a:avLst/>
                <a:gdLst/>
                <a:ahLst/>
                <a:cxnLst/>
                <a:rect l="l" t="t" r="r" b="b"/>
                <a:pathLst>
                  <a:path w="88" h="730" extrusionOk="0">
                    <a:moveTo>
                      <a:pt x="59" y="730"/>
                    </a:moveTo>
                    <a:lnTo>
                      <a:pt x="88" y="715"/>
                    </a:lnTo>
                    <a:lnTo>
                      <a:pt x="31" y="0"/>
                    </a:lnTo>
                    <a:lnTo>
                      <a:pt x="0" y="2"/>
                    </a:lnTo>
                    <a:lnTo>
                      <a:pt x="59" y="73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7099399" y="1916893"/>
                <a:ext cx="128738" cy="1214022"/>
              </a:xfrm>
              <a:custGeom>
                <a:avLst/>
                <a:gdLst/>
                <a:ahLst/>
                <a:cxnLst/>
                <a:rect l="l" t="t" r="r" b="b"/>
                <a:pathLst>
                  <a:path w="79" h="745" extrusionOk="0">
                    <a:moveTo>
                      <a:pt x="58" y="731"/>
                    </a:moveTo>
                    <a:lnTo>
                      <a:pt x="79" y="745"/>
                    </a:lnTo>
                    <a:lnTo>
                      <a:pt x="30" y="0"/>
                    </a:lnTo>
                    <a:lnTo>
                      <a:pt x="0" y="2"/>
                    </a:lnTo>
                    <a:lnTo>
                      <a:pt x="58" y="7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7651834" y="1590981"/>
                <a:ext cx="130368" cy="1214022"/>
              </a:xfrm>
              <a:custGeom>
                <a:avLst/>
                <a:gdLst/>
                <a:ahLst/>
                <a:cxnLst/>
                <a:rect l="l" t="t" r="r" b="b"/>
                <a:pathLst>
                  <a:path w="80" h="745" extrusionOk="0">
                    <a:moveTo>
                      <a:pt x="58" y="731"/>
                    </a:moveTo>
                    <a:lnTo>
                      <a:pt x="80" y="745"/>
                    </a:lnTo>
                    <a:lnTo>
                      <a:pt x="30" y="0"/>
                    </a:lnTo>
                    <a:lnTo>
                      <a:pt x="0" y="2"/>
                    </a:lnTo>
                    <a:lnTo>
                      <a:pt x="58" y="7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6929921" y="774572"/>
                <a:ext cx="959831" cy="1403051"/>
              </a:xfrm>
              <a:custGeom>
                <a:avLst/>
                <a:gdLst/>
                <a:ahLst/>
                <a:cxnLst/>
                <a:rect l="l" t="t" r="r" b="b"/>
                <a:pathLst>
                  <a:path w="589" h="861" extrusionOk="0">
                    <a:moveTo>
                      <a:pt x="83" y="345"/>
                    </a:moveTo>
                    <a:lnTo>
                      <a:pt x="485" y="113"/>
                    </a:lnTo>
                    <a:lnTo>
                      <a:pt x="485" y="487"/>
                    </a:lnTo>
                    <a:lnTo>
                      <a:pt x="83" y="719"/>
                    </a:lnTo>
                    <a:lnTo>
                      <a:pt x="83" y="345"/>
                    </a:lnTo>
                    <a:moveTo>
                      <a:pt x="21" y="652"/>
                    </a:moveTo>
                    <a:lnTo>
                      <a:pt x="20" y="643"/>
                    </a:lnTo>
                    <a:lnTo>
                      <a:pt x="5" y="698"/>
                    </a:lnTo>
                    <a:cubicBezTo>
                      <a:pt x="0" y="713"/>
                      <a:pt x="4" y="741"/>
                      <a:pt x="20" y="747"/>
                    </a:cubicBezTo>
                    <a:lnTo>
                      <a:pt x="20" y="827"/>
                    </a:lnTo>
                    <a:lnTo>
                      <a:pt x="37" y="861"/>
                    </a:lnTo>
                    <a:lnTo>
                      <a:pt x="83" y="791"/>
                    </a:lnTo>
                    <a:lnTo>
                      <a:pt x="166" y="743"/>
                    </a:lnTo>
                    <a:cubicBezTo>
                      <a:pt x="173" y="753"/>
                      <a:pt x="186" y="755"/>
                      <a:pt x="201" y="746"/>
                    </a:cubicBezTo>
                    <a:lnTo>
                      <a:pt x="209" y="741"/>
                    </a:lnTo>
                    <a:cubicBezTo>
                      <a:pt x="218" y="737"/>
                      <a:pt x="226" y="729"/>
                      <a:pt x="232" y="720"/>
                    </a:cubicBezTo>
                    <a:cubicBezTo>
                      <a:pt x="244" y="724"/>
                      <a:pt x="258" y="722"/>
                      <a:pt x="274" y="713"/>
                    </a:cubicBezTo>
                    <a:lnTo>
                      <a:pt x="298" y="699"/>
                    </a:lnTo>
                    <a:cubicBezTo>
                      <a:pt x="313" y="690"/>
                      <a:pt x="327" y="676"/>
                      <a:pt x="339" y="660"/>
                    </a:cubicBezTo>
                    <a:cubicBezTo>
                      <a:pt x="345" y="660"/>
                      <a:pt x="352" y="659"/>
                      <a:pt x="360" y="654"/>
                    </a:cubicBezTo>
                    <a:lnTo>
                      <a:pt x="368" y="650"/>
                    </a:lnTo>
                    <a:cubicBezTo>
                      <a:pt x="383" y="641"/>
                      <a:pt x="396" y="624"/>
                      <a:pt x="403" y="606"/>
                    </a:cubicBezTo>
                    <a:lnTo>
                      <a:pt x="485" y="559"/>
                    </a:lnTo>
                    <a:lnTo>
                      <a:pt x="502" y="549"/>
                    </a:lnTo>
                    <a:lnTo>
                      <a:pt x="547" y="523"/>
                    </a:lnTo>
                    <a:lnTo>
                      <a:pt x="547" y="441"/>
                    </a:lnTo>
                    <a:cubicBezTo>
                      <a:pt x="562" y="417"/>
                      <a:pt x="566" y="386"/>
                      <a:pt x="562" y="376"/>
                    </a:cubicBezTo>
                    <a:lnTo>
                      <a:pt x="547" y="342"/>
                    </a:lnTo>
                    <a:lnTo>
                      <a:pt x="547" y="335"/>
                    </a:lnTo>
                    <a:cubicBezTo>
                      <a:pt x="559" y="317"/>
                      <a:pt x="566" y="297"/>
                      <a:pt x="566" y="279"/>
                    </a:cubicBezTo>
                    <a:lnTo>
                      <a:pt x="566" y="227"/>
                    </a:lnTo>
                    <a:cubicBezTo>
                      <a:pt x="566" y="209"/>
                      <a:pt x="559" y="197"/>
                      <a:pt x="547" y="193"/>
                    </a:cubicBezTo>
                    <a:lnTo>
                      <a:pt x="547" y="186"/>
                    </a:lnTo>
                    <a:lnTo>
                      <a:pt x="562" y="137"/>
                    </a:lnTo>
                    <a:cubicBezTo>
                      <a:pt x="566" y="122"/>
                      <a:pt x="562" y="94"/>
                      <a:pt x="547" y="87"/>
                    </a:cubicBezTo>
                    <a:lnTo>
                      <a:pt x="589" y="0"/>
                    </a:lnTo>
                    <a:lnTo>
                      <a:pt x="547" y="5"/>
                    </a:lnTo>
                    <a:lnTo>
                      <a:pt x="502" y="30"/>
                    </a:lnTo>
                    <a:lnTo>
                      <a:pt x="485" y="41"/>
                    </a:lnTo>
                    <a:lnTo>
                      <a:pt x="423" y="82"/>
                    </a:lnTo>
                    <a:cubicBezTo>
                      <a:pt x="416" y="75"/>
                      <a:pt x="382" y="80"/>
                      <a:pt x="368" y="88"/>
                    </a:cubicBezTo>
                    <a:lnTo>
                      <a:pt x="360" y="93"/>
                    </a:lnTo>
                    <a:cubicBezTo>
                      <a:pt x="352" y="98"/>
                      <a:pt x="344" y="106"/>
                      <a:pt x="337" y="115"/>
                    </a:cubicBezTo>
                    <a:cubicBezTo>
                      <a:pt x="326" y="111"/>
                      <a:pt x="311" y="112"/>
                      <a:pt x="295" y="122"/>
                    </a:cubicBezTo>
                    <a:lnTo>
                      <a:pt x="271" y="136"/>
                    </a:lnTo>
                    <a:cubicBezTo>
                      <a:pt x="256" y="144"/>
                      <a:pt x="242" y="158"/>
                      <a:pt x="231" y="175"/>
                    </a:cubicBezTo>
                    <a:cubicBezTo>
                      <a:pt x="225" y="174"/>
                      <a:pt x="217" y="175"/>
                      <a:pt x="209" y="180"/>
                    </a:cubicBezTo>
                    <a:lnTo>
                      <a:pt x="201" y="185"/>
                    </a:lnTo>
                    <a:cubicBezTo>
                      <a:pt x="187" y="193"/>
                      <a:pt x="175" y="207"/>
                      <a:pt x="168" y="224"/>
                    </a:cubicBezTo>
                    <a:lnTo>
                      <a:pt x="83" y="273"/>
                    </a:lnTo>
                    <a:lnTo>
                      <a:pt x="51" y="291"/>
                    </a:lnTo>
                    <a:lnTo>
                      <a:pt x="20" y="309"/>
                    </a:lnTo>
                    <a:lnTo>
                      <a:pt x="20" y="390"/>
                    </a:lnTo>
                    <a:cubicBezTo>
                      <a:pt x="4" y="414"/>
                      <a:pt x="0" y="449"/>
                      <a:pt x="5" y="459"/>
                    </a:cubicBezTo>
                    <a:lnTo>
                      <a:pt x="20" y="494"/>
                    </a:lnTo>
                    <a:lnTo>
                      <a:pt x="20" y="496"/>
                    </a:lnTo>
                    <a:cubicBezTo>
                      <a:pt x="8" y="514"/>
                      <a:pt x="0" y="535"/>
                      <a:pt x="0" y="554"/>
                    </a:cubicBezTo>
                    <a:lnTo>
                      <a:pt x="0" y="606"/>
                    </a:lnTo>
                    <a:cubicBezTo>
                      <a:pt x="0" y="625"/>
                      <a:pt x="9" y="649"/>
                      <a:pt x="21" y="6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6955994" y="774572"/>
                <a:ext cx="964720" cy="1403051"/>
              </a:xfrm>
              <a:custGeom>
                <a:avLst/>
                <a:gdLst/>
                <a:ahLst/>
                <a:cxnLst/>
                <a:rect l="l" t="t" r="r" b="b"/>
                <a:pathLst>
                  <a:path w="592" h="861" extrusionOk="0">
                    <a:moveTo>
                      <a:pt x="507" y="505"/>
                    </a:moveTo>
                    <a:lnTo>
                      <a:pt x="87" y="748"/>
                    </a:lnTo>
                    <a:lnTo>
                      <a:pt x="87" y="356"/>
                    </a:lnTo>
                    <a:lnTo>
                      <a:pt x="507" y="114"/>
                    </a:lnTo>
                    <a:lnTo>
                      <a:pt x="507" y="505"/>
                    </a:lnTo>
                    <a:moveTo>
                      <a:pt x="592" y="287"/>
                    </a:moveTo>
                    <a:lnTo>
                      <a:pt x="592" y="233"/>
                    </a:lnTo>
                    <a:cubicBezTo>
                      <a:pt x="592" y="214"/>
                      <a:pt x="585" y="202"/>
                      <a:pt x="573" y="197"/>
                    </a:cubicBezTo>
                    <a:lnTo>
                      <a:pt x="573" y="190"/>
                    </a:lnTo>
                    <a:lnTo>
                      <a:pt x="588" y="139"/>
                    </a:lnTo>
                    <a:cubicBezTo>
                      <a:pt x="593" y="123"/>
                      <a:pt x="588" y="94"/>
                      <a:pt x="573" y="87"/>
                    </a:cubicBezTo>
                    <a:lnTo>
                      <a:pt x="573" y="0"/>
                    </a:lnTo>
                    <a:lnTo>
                      <a:pt x="526" y="28"/>
                    </a:lnTo>
                    <a:lnTo>
                      <a:pt x="507" y="38"/>
                    </a:lnTo>
                    <a:lnTo>
                      <a:pt x="420" y="89"/>
                    </a:lnTo>
                    <a:cubicBezTo>
                      <a:pt x="412" y="80"/>
                      <a:pt x="400" y="80"/>
                      <a:pt x="386" y="88"/>
                    </a:cubicBezTo>
                    <a:lnTo>
                      <a:pt x="377" y="93"/>
                    </a:lnTo>
                    <a:cubicBezTo>
                      <a:pt x="368" y="98"/>
                      <a:pt x="360" y="106"/>
                      <a:pt x="353" y="115"/>
                    </a:cubicBezTo>
                    <a:cubicBezTo>
                      <a:pt x="341" y="111"/>
                      <a:pt x="326" y="113"/>
                      <a:pt x="309" y="123"/>
                    </a:cubicBezTo>
                    <a:lnTo>
                      <a:pt x="284" y="137"/>
                    </a:lnTo>
                    <a:cubicBezTo>
                      <a:pt x="268" y="147"/>
                      <a:pt x="253" y="161"/>
                      <a:pt x="242" y="178"/>
                    </a:cubicBezTo>
                    <a:cubicBezTo>
                      <a:pt x="235" y="178"/>
                      <a:pt x="227" y="179"/>
                      <a:pt x="219" y="184"/>
                    </a:cubicBezTo>
                    <a:lnTo>
                      <a:pt x="210" y="189"/>
                    </a:lnTo>
                    <a:cubicBezTo>
                      <a:pt x="196" y="197"/>
                      <a:pt x="184" y="213"/>
                      <a:pt x="176" y="229"/>
                    </a:cubicBezTo>
                    <a:lnTo>
                      <a:pt x="87" y="281"/>
                    </a:lnTo>
                    <a:lnTo>
                      <a:pt x="53" y="300"/>
                    </a:lnTo>
                    <a:lnTo>
                      <a:pt x="21" y="319"/>
                    </a:lnTo>
                    <a:lnTo>
                      <a:pt x="21" y="403"/>
                    </a:lnTo>
                    <a:cubicBezTo>
                      <a:pt x="5" y="429"/>
                      <a:pt x="1" y="465"/>
                      <a:pt x="6" y="475"/>
                    </a:cubicBezTo>
                    <a:lnTo>
                      <a:pt x="21" y="512"/>
                    </a:lnTo>
                    <a:lnTo>
                      <a:pt x="21" y="514"/>
                    </a:lnTo>
                    <a:cubicBezTo>
                      <a:pt x="8" y="533"/>
                      <a:pt x="0" y="556"/>
                      <a:pt x="0" y="575"/>
                    </a:cubicBezTo>
                    <a:lnTo>
                      <a:pt x="0" y="629"/>
                    </a:lnTo>
                    <a:cubicBezTo>
                      <a:pt x="0" y="649"/>
                      <a:pt x="8" y="662"/>
                      <a:pt x="21" y="665"/>
                    </a:cubicBezTo>
                    <a:lnTo>
                      <a:pt x="21" y="668"/>
                    </a:lnTo>
                    <a:lnTo>
                      <a:pt x="6" y="725"/>
                    </a:lnTo>
                    <a:cubicBezTo>
                      <a:pt x="1" y="742"/>
                      <a:pt x="5" y="771"/>
                      <a:pt x="21" y="777"/>
                    </a:cubicBezTo>
                    <a:lnTo>
                      <a:pt x="21" y="861"/>
                    </a:lnTo>
                    <a:lnTo>
                      <a:pt x="53" y="842"/>
                    </a:lnTo>
                    <a:lnTo>
                      <a:pt x="87" y="823"/>
                    </a:lnTo>
                    <a:lnTo>
                      <a:pt x="174" y="773"/>
                    </a:lnTo>
                    <a:cubicBezTo>
                      <a:pt x="181" y="783"/>
                      <a:pt x="195" y="785"/>
                      <a:pt x="210" y="776"/>
                    </a:cubicBezTo>
                    <a:lnTo>
                      <a:pt x="219" y="771"/>
                    </a:lnTo>
                    <a:cubicBezTo>
                      <a:pt x="228" y="766"/>
                      <a:pt x="236" y="758"/>
                      <a:pt x="243" y="748"/>
                    </a:cubicBezTo>
                    <a:cubicBezTo>
                      <a:pt x="255" y="753"/>
                      <a:pt x="270" y="751"/>
                      <a:pt x="287" y="741"/>
                    </a:cubicBezTo>
                    <a:lnTo>
                      <a:pt x="312" y="726"/>
                    </a:lnTo>
                    <a:cubicBezTo>
                      <a:pt x="328" y="717"/>
                      <a:pt x="343" y="702"/>
                      <a:pt x="354" y="685"/>
                    </a:cubicBezTo>
                    <a:cubicBezTo>
                      <a:pt x="361" y="686"/>
                      <a:pt x="369" y="685"/>
                      <a:pt x="377" y="680"/>
                    </a:cubicBezTo>
                    <a:lnTo>
                      <a:pt x="386" y="675"/>
                    </a:lnTo>
                    <a:cubicBezTo>
                      <a:pt x="401" y="666"/>
                      <a:pt x="415" y="648"/>
                      <a:pt x="422" y="629"/>
                    </a:cubicBezTo>
                    <a:lnTo>
                      <a:pt x="507" y="580"/>
                    </a:lnTo>
                    <a:lnTo>
                      <a:pt x="526" y="570"/>
                    </a:lnTo>
                    <a:lnTo>
                      <a:pt x="573" y="542"/>
                    </a:lnTo>
                    <a:lnTo>
                      <a:pt x="573" y="457"/>
                    </a:lnTo>
                    <a:cubicBezTo>
                      <a:pt x="588" y="432"/>
                      <a:pt x="593" y="400"/>
                      <a:pt x="588" y="389"/>
                    </a:cubicBezTo>
                    <a:lnTo>
                      <a:pt x="573" y="354"/>
                    </a:lnTo>
                    <a:lnTo>
                      <a:pt x="573" y="345"/>
                    </a:lnTo>
                    <a:cubicBezTo>
                      <a:pt x="585" y="327"/>
                      <a:pt x="592" y="306"/>
                      <a:pt x="592" y="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1"/>
              <p:cNvSpPr/>
              <p:nvPr/>
            </p:nvSpPr>
            <p:spPr>
              <a:xfrm>
                <a:off x="7050511" y="880493"/>
                <a:ext cx="777317" cy="1192838"/>
              </a:xfrm>
              <a:custGeom>
                <a:avLst/>
                <a:gdLst/>
                <a:ahLst/>
                <a:cxnLst/>
                <a:rect l="l" t="t" r="r" b="b"/>
                <a:pathLst>
                  <a:path w="477" h="732" extrusionOk="0">
                    <a:moveTo>
                      <a:pt x="0" y="275"/>
                    </a:moveTo>
                    <a:lnTo>
                      <a:pt x="477" y="0"/>
                    </a:lnTo>
                    <a:lnTo>
                      <a:pt x="477" y="456"/>
                    </a:lnTo>
                    <a:lnTo>
                      <a:pt x="0" y="732"/>
                    </a:lnTo>
                    <a:lnTo>
                      <a:pt x="0" y="27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>
                <a:off x="7074955" y="919603"/>
                <a:ext cx="730059" cy="1112989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83" extrusionOk="0">
                    <a:moveTo>
                      <a:pt x="0" y="259"/>
                    </a:moveTo>
                    <a:lnTo>
                      <a:pt x="0" y="683"/>
                    </a:lnTo>
                    <a:lnTo>
                      <a:pt x="448" y="424"/>
                    </a:lnTo>
                    <a:lnTo>
                      <a:pt x="448" y="0"/>
                    </a:lnTo>
                    <a:lnTo>
                      <a:pt x="0" y="25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7097770" y="960342"/>
                <a:ext cx="684430" cy="1033141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34" extrusionOk="0">
                    <a:moveTo>
                      <a:pt x="420" y="0"/>
                    </a:moveTo>
                    <a:lnTo>
                      <a:pt x="420" y="391"/>
                    </a:lnTo>
                    <a:lnTo>
                      <a:pt x="337" y="439"/>
                    </a:lnTo>
                    <a:lnTo>
                      <a:pt x="0" y="634"/>
                    </a:lnTo>
                    <a:lnTo>
                      <a:pt x="0" y="242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>
                <a:off x="7097770" y="1338400"/>
                <a:ext cx="684430" cy="480720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95" extrusionOk="0">
                    <a:moveTo>
                      <a:pt x="420" y="0"/>
                    </a:moveTo>
                    <a:lnTo>
                      <a:pt x="420" y="59"/>
                    </a:lnTo>
                    <a:cubicBezTo>
                      <a:pt x="418" y="62"/>
                      <a:pt x="416" y="65"/>
                      <a:pt x="414" y="69"/>
                    </a:cubicBezTo>
                    <a:cubicBezTo>
                      <a:pt x="406" y="82"/>
                      <a:pt x="397" y="95"/>
                      <a:pt x="386" y="105"/>
                    </a:cubicBezTo>
                    <a:cubicBezTo>
                      <a:pt x="375" y="116"/>
                      <a:pt x="361" y="125"/>
                      <a:pt x="348" y="133"/>
                    </a:cubicBezTo>
                    <a:cubicBezTo>
                      <a:pt x="279" y="176"/>
                      <a:pt x="211" y="218"/>
                      <a:pt x="142" y="261"/>
                    </a:cubicBezTo>
                    <a:cubicBezTo>
                      <a:pt x="119" y="276"/>
                      <a:pt x="95" y="291"/>
                      <a:pt x="67" y="294"/>
                    </a:cubicBezTo>
                    <a:cubicBezTo>
                      <a:pt x="52" y="296"/>
                      <a:pt x="36" y="294"/>
                      <a:pt x="21" y="292"/>
                    </a:cubicBezTo>
                    <a:cubicBezTo>
                      <a:pt x="14" y="291"/>
                      <a:pt x="6" y="290"/>
                      <a:pt x="0" y="287"/>
                    </a:cubicBezTo>
                    <a:lnTo>
                      <a:pt x="0" y="196"/>
                    </a:lnTo>
                    <a:cubicBezTo>
                      <a:pt x="12" y="190"/>
                      <a:pt x="24" y="185"/>
                      <a:pt x="37" y="180"/>
                    </a:cubicBezTo>
                    <a:cubicBezTo>
                      <a:pt x="63" y="169"/>
                      <a:pt x="90" y="161"/>
                      <a:pt x="116" y="152"/>
                    </a:cubicBezTo>
                    <a:cubicBezTo>
                      <a:pt x="200" y="123"/>
                      <a:pt x="281" y="84"/>
                      <a:pt x="355" y="35"/>
                    </a:cubicBezTo>
                    <a:cubicBezTo>
                      <a:pt x="376" y="22"/>
                      <a:pt x="397" y="7"/>
                      <a:pt x="4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7360135" y="1211294"/>
                <a:ext cx="110812" cy="14666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0" extrusionOk="0">
                    <a:moveTo>
                      <a:pt x="68" y="19"/>
                    </a:moveTo>
                    <a:cubicBezTo>
                      <a:pt x="71" y="39"/>
                      <a:pt x="59" y="68"/>
                      <a:pt x="40" y="82"/>
                    </a:cubicBezTo>
                    <a:cubicBezTo>
                      <a:pt x="22" y="96"/>
                      <a:pt x="4" y="92"/>
                      <a:pt x="1" y="71"/>
                    </a:cubicBezTo>
                    <a:cubicBezTo>
                      <a:pt x="-2" y="51"/>
                      <a:pt x="10" y="23"/>
                      <a:pt x="28" y="9"/>
                    </a:cubicBezTo>
                    <a:cubicBezTo>
                      <a:pt x="47" y="-6"/>
                      <a:pt x="65" y="-1"/>
                      <a:pt x="68" y="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7475837" y="1485060"/>
                <a:ext cx="143404" cy="92885"/>
              </a:xfrm>
              <a:custGeom>
                <a:avLst/>
                <a:gdLst/>
                <a:ahLst/>
                <a:cxnLst/>
                <a:rect l="l" t="t" r="r" b="b"/>
                <a:pathLst>
                  <a:path w="88" h="57" extrusionOk="0">
                    <a:moveTo>
                      <a:pt x="0" y="49"/>
                    </a:moveTo>
                    <a:cubicBezTo>
                      <a:pt x="8" y="45"/>
                      <a:pt x="16" y="40"/>
                      <a:pt x="23" y="35"/>
                    </a:cubicBezTo>
                    <a:cubicBezTo>
                      <a:pt x="19" y="41"/>
                      <a:pt x="16" y="47"/>
                      <a:pt x="12" y="53"/>
                    </a:cubicBezTo>
                    <a:cubicBezTo>
                      <a:pt x="18" y="50"/>
                      <a:pt x="25" y="46"/>
                      <a:pt x="31" y="43"/>
                    </a:cubicBezTo>
                    <a:cubicBezTo>
                      <a:pt x="29" y="47"/>
                      <a:pt x="27" y="51"/>
                      <a:pt x="24" y="54"/>
                    </a:cubicBezTo>
                    <a:cubicBezTo>
                      <a:pt x="30" y="52"/>
                      <a:pt x="35" y="50"/>
                      <a:pt x="41" y="48"/>
                    </a:cubicBezTo>
                    <a:cubicBezTo>
                      <a:pt x="43" y="51"/>
                      <a:pt x="37" y="55"/>
                      <a:pt x="39" y="57"/>
                    </a:cubicBezTo>
                    <a:cubicBezTo>
                      <a:pt x="48" y="55"/>
                      <a:pt x="56" y="53"/>
                      <a:pt x="65" y="50"/>
                    </a:cubicBezTo>
                    <a:cubicBezTo>
                      <a:pt x="71" y="49"/>
                      <a:pt x="77" y="47"/>
                      <a:pt x="81" y="43"/>
                    </a:cubicBezTo>
                    <a:cubicBezTo>
                      <a:pt x="77" y="42"/>
                      <a:pt x="73" y="41"/>
                      <a:pt x="69" y="40"/>
                    </a:cubicBezTo>
                    <a:cubicBezTo>
                      <a:pt x="68" y="40"/>
                      <a:pt x="68" y="40"/>
                      <a:pt x="67" y="39"/>
                    </a:cubicBezTo>
                    <a:cubicBezTo>
                      <a:pt x="67" y="39"/>
                      <a:pt x="67" y="38"/>
                      <a:pt x="68" y="37"/>
                    </a:cubicBezTo>
                    <a:cubicBezTo>
                      <a:pt x="69" y="35"/>
                      <a:pt x="70" y="33"/>
                      <a:pt x="71" y="31"/>
                    </a:cubicBezTo>
                    <a:cubicBezTo>
                      <a:pt x="68" y="32"/>
                      <a:pt x="65" y="32"/>
                      <a:pt x="62" y="33"/>
                    </a:cubicBezTo>
                    <a:cubicBezTo>
                      <a:pt x="70" y="21"/>
                      <a:pt x="78" y="10"/>
                      <a:pt x="88" y="0"/>
                    </a:cubicBezTo>
                    <a:cubicBezTo>
                      <a:pt x="78" y="3"/>
                      <a:pt x="68" y="7"/>
                      <a:pt x="58" y="13"/>
                    </a:cubicBezTo>
                    <a:cubicBezTo>
                      <a:pt x="49" y="18"/>
                      <a:pt x="39" y="22"/>
                      <a:pt x="30" y="27"/>
                    </a:cubicBezTo>
                    <a:cubicBezTo>
                      <a:pt x="25" y="31"/>
                      <a:pt x="20" y="34"/>
                      <a:pt x="15" y="38"/>
                    </a:cubicBezTo>
                    <a:cubicBezTo>
                      <a:pt x="10" y="41"/>
                      <a:pt x="5" y="46"/>
                      <a:pt x="0" y="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7097770" y="1419878"/>
                <a:ext cx="677912" cy="573605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52" extrusionOk="0">
                    <a:moveTo>
                      <a:pt x="416" y="57"/>
                    </a:moveTo>
                    <a:cubicBezTo>
                      <a:pt x="413" y="75"/>
                      <a:pt x="407" y="88"/>
                      <a:pt x="394" y="102"/>
                    </a:cubicBezTo>
                    <a:cubicBezTo>
                      <a:pt x="376" y="121"/>
                      <a:pt x="357" y="140"/>
                      <a:pt x="337" y="157"/>
                    </a:cubicBezTo>
                    <a:lnTo>
                      <a:pt x="0" y="352"/>
                    </a:lnTo>
                    <a:lnTo>
                      <a:pt x="0" y="167"/>
                    </a:lnTo>
                    <a:cubicBezTo>
                      <a:pt x="6" y="164"/>
                      <a:pt x="14" y="165"/>
                      <a:pt x="22" y="164"/>
                    </a:cubicBezTo>
                    <a:cubicBezTo>
                      <a:pt x="53" y="159"/>
                      <a:pt x="84" y="153"/>
                      <a:pt x="115" y="146"/>
                    </a:cubicBezTo>
                    <a:cubicBezTo>
                      <a:pt x="176" y="133"/>
                      <a:pt x="243" y="121"/>
                      <a:pt x="298" y="89"/>
                    </a:cubicBezTo>
                    <a:cubicBezTo>
                      <a:pt x="319" y="77"/>
                      <a:pt x="338" y="62"/>
                      <a:pt x="358" y="48"/>
                    </a:cubicBezTo>
                    <a:cubicBezTo>
                      <a:pt x="379" y="34"/>
                      <a:pt x="401" y="21"/>
                      <a:pt x="415" y="0"/>
                    </a:cubicBezTo>
                    <a:cubicBezTo>
                      <a:pt x="413" y="4"/>
                      <a:pt x="413" y="12"/>
                      <a:pt x="414" y="19"/>
                    </a:cubicBezTo>
                    <a:cubicBezTo>
                      <a:pt x="415" y="23"/>
                      <a:pt x="415" y="26"/>
                      <a:pt x="415" y="29"/>
                    </a:cubicBezTo>
                    <a:cubicBezTo>
                      <a:pt x="415" y="38"/>
                      <a:pt x="417" y="47"/>
                      <a:pt x="416" y="5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1"/>
              <p:cNvSpPr/>
              <p:nvPr/>
            </p:nvSpPr>
            <p:spPr>
              <a:xfrm>
                <a:off x="7435097" y="1217812"/>
                <a:ext cx="74961" cy="268877"/>
              </a:xfrm>
              <a:custGeom>
                <a:avLst/>
                <a:gdLst/>
                <a:ahLst/>
                <a:cxnLst/>
                <a:rect l="l" t="t" r="r" b="b"/>
                <a:pathLst>
                  <a:path w="46" h="165" extrusionOk="0">
                    <a:moveTo>
                      <a:pt x="2" y="126"/>
                    </a:moveTo>
                    <a:cubicBezTo>
                      <a:pt x="1" y="128"/>
                      <a:pt x="0" y="130"/>
                      <a:pt x="1" y="132"/>
                    </a:cubicBezTo>
                    <a:cubicBezTo>
                      <a:pt x="2" y="134"/>
                      <a:pt x="3" y="135"/>
                      <a:pt x="4" y="136"/>
                    </a:cubicBezTo>
                    <a:cubicBezTo>
                      <a:pt x="18" y="146"/>
                      <a:pt x="32" y="156"/>
                      <a:pt x="46" y="165"/>
                    </a:cubicBezTo>
                    <a:cubicBezTo>
                      <a:pt x="45" y="144"/>
                      <a:pt x="43" y="124"/>
                      <a:pt x="42" y="103"/>
                    </a:cubicBezTo>
                    <a:cubicBezTo>
                      <a:pt x="41" y="87"/>
                      <a:pt x="41" y="71"/>
                      <a:pt x="42" y="55"/>
                    </a:cubicBezTo>
                    <a:cubicBezTo>
                      <a:pt x="43" y="46"/>
                      <a:pt x="42" y="36"/>
                      <a:pt x="42" y="26"/>
                    </a:cubicBezTo>
                    <a:cubicBezTo>
                      <a:pt x="42" y="20"/>
                      <a:pt x="40" y="4"/>
                      <a:pt x="44" y="0"/>
                    </a:cubicBezTo>
                    <a:cubicBezTo>
                      <a:pt x="36" y="10"/>
                      <a:pt x="36" y="23"/>
                      <a:pt x="32" y="35"/>
                    </a:cubicBezTo>
                    <a:cubicBezTo>
                      <a:pt x="28" y="47"/>
                      <a:pt x="24" y="58"/>
                      <a:pt x="21" y="70"/>
                    </a:cubicBezTo>
                    <a:cubicBezTo>
                      <a:pt x="15" y="89"/>
                      <a:pt x="9" y="107"/>
                      <a:pt x="2" y="12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13050" rIns="81625" bIns="130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>
                <a:off x="7373172" y="1393805"/>
                <a:ext cx="249328" cy="14177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7" extrusionOk="0">
                    <a:moveTo>
                      <a:pt x="90" y="75"/>
                    </a:moveTo>
                    <a:cubicBezTo>
                      <a:pt x="106" y="67"/>
                      <a:pt x="121" y="61"/>
                      <a:pt x="133" y="47"/>
                    </a:cubicBezTo>
                    <a:cubicBezTo>
                      <a:pt x="145" y="34"/>
                      <a:pt x="149" y="16"/>
                      <a:pt x="153" y="0"/>
                    </a:cubicBezTo>
                    <a:cubicBezTo>
                      <a:pt x="134" y="19"/>
                      <a:pt x="105" y="32"/>
                      <a:pt x="82" y="43"/>
                    </a:cubicBezTo>
                    <a:cubicBezTo>
                      <a:pt x="55" y="56"/>
                      <a:pt x="28" y="66"/>
                      <a:pt x="0" y="74"/>
                    </a:cubicBezTo>
                    <a:cubicBezTo>
                      <a:pt x="3" y="80"/>
                      <a:pt x="10" y="82"/>
                      <a:pt x="16" y="83"/>
                    </a:cubicBezTo>
                    <a:cubicBezTo>
                      <a:pt x="30" y="86"/>
                      <a:pt x="44" y="88"/>
                      <a:pt x="59" y="86"/>
                    </a:cubicBezTo>
                    <a:cubicBezTo>
                      <a:pt x="70" y="84"/>
                      <a:pt x="80" y="79"/>
                      <a:pt x="90" y="7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7180879" y="1423137"/>
                <a:ext cx="89628" cy="4090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251" extrusionOk="0">
                    <a:moveTo>
                      <a:pt x="10" y="130"/>
                    </a:moveTo>
                    <a:cubicBezTo>
                      <a:pt x="10" y="130"/>
                      <a:pt x="10" y="131"/>
                      <a:pt x="10" y="132"/>
                    </a:cubicBezTo>
                    <a:cubicBezTo>
                      <a:pt x="2" y="171"/>
                      <a:pt x="-4" y="212"/>
                      <a:pt x="4" y="251"/>
                    </a:cubicBezTo>
                    <a:cubicBezTo>
                      <a:pt x="12" y="246"/>
                      <a:pt x="21" y="241"/>
                      <a:pt x="29" y="234"/>
                    </a:cubicBezTo>
                    <a:cubicBezTo>
                      <a:pt x="36" y="227"/>
                      <a:pt x="35" y="232"/>
                      <a:pt x="36" y="220"/>
                    </a:cubicBezTo>
                    <a:cubicBezTo>
                      <a:pt x="36" y="213"/>
                      <a:pt x="36" y="207"/>
                      <a:pt x="35" y="200"/>
                    </a:cubicBezTo>
                    <a:cubicBezTo>
                      <a:pt x="35" y="172"/>
                      <a:pt x="35" y="143"/>
                      <a:pt x="35" y="115"/>
                    </a:cubicBezTo>
                    <a:cubicBezTo>
                      <a:pt x="35" y="101"/>
                      <a:pt x="36" y="2"/>
                      <a:pt x="49" y="0"/>
                    </a:cubicBezTo>
                    <a:cubicBezTo>
                      <a:pt x="70" y="-2"/>
                      <a:pt x="31" y="30"/>
                      <a:pt x="30" y="31"/>
                    </a:cubicBezTo>
                    <a:cubicBezTo>
                      <a:pt x="20" y="43"/>
                      <a:pt x="22" y="58"/>
                      <a:pt x="20" y="73"/>
                    </a:cubicBezTo>
                    <a:cubicBezTo>
                      <a:pt x="17" y="92"/>
                      <a:pt x="13" y="111"/>
                      <a:pt x="10" y="1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1"/>
              <p:cNvSpPr/>
              <p:nvPr/>
            </p:nvSpPr>
            <p:spPr>
              <a:xfrm>
                <a:off x="7114066" y="1397064"/>
                <a:ext cx="278661" cy="14340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88" extrusionOk="0">
                    <a:moveTo>
                      <a:pt x="0" y="43"/>
                    </a:moveTo>
                    <a:cubicBezTo>
                      <a:pt x="12" y="37"/>
                      <a:pt x="25" y="32"/>
                      <a:pt x="37" y="26"/>
                    </a:cubicBezTo>
                    <a:cubicBezTo>
                      <a:pt x="44" y="22"/>
                      <a:pt x="55" y="20"/>
                      <a:pt x="58" y="27"/>
                    </a:cubicBezTo>
                    <a:cubicBezTo>
                      <a:pt x="39" y="43"/>
                      <a:pt x="24" y="64"/>
                      <a:pt x="16" y="88"/>
                    </a:cubicBezTo>
                    <a:cubicBezTo>
                      <a:pt x="29" y="76"/>
                      <a:pt x="44" y="66"/>
                      <a:pt x="61" y="60"/>
                    </a:cubicBezTo>
                    <a:cubicBezTo>
                      <a:pt x="64" y="59"/>
                      <a:pt x="68" y="58"/>
                      <a:pt x="71" y="58"/>
                    </a:cubicBezTo>
                    <a:cubicBezTo>
                      <a:pt x="74" y="59"/>
                      <a:pt x="78" y="60"/>
                      <a:pt x="81" y="62"/>
                    </a:cubicBezTo>
                    <a:cubicBezTo>
                      <a:pt x="95" y="69"/>
                      <a:pt x="108" y="78"/>
                      <a:pt x="120" y="88"/>
                    </a:cubicBezTo>
                    <a:cubicBezTo>
                      <a:pt x="120" y="76"/>
                      <a:pt x="121" y="65"/>
                      <a:pt x="121" y="53"/>
                    </a:cubicBezTo>
                    <a:cubicBezTo>
                      <a:pt x="138" y="61"/>
                      <a:pt x="154" y="68"/>
                      <a:pt x="171" y="76"/>
                    </a:cubicBezTo>
                    <a:cubicBezTo>
                      <a:pt x="168" y="54"/>
                      <a:pt x="147" y="41"/>
                      <a:pt x="128" y="30"/>
                    </a:cubicBezTo>
                    <a:cubicBezTo>
                      <a:pt x="118" y="25"/>
                      <a:pt x="107" y="20"/>
                      <a:pt x="98" y="25"/>
                    </a:cubicBezTo>
                    <a:cubicBezTo>
                      <a:pt x="113" y="11"/>
                      <a:pt x="133" y="3"/>
                      <a:pt x="153" y="2"/>
                    </a:cubicBezTo>
                    <a:cubicBezTo>
                      <a:pt x="137" y="2"/>
                      <a:pt x="123" y="-1"/>
                      <a:pt x="107" y="2"/>
                    </a:cubicBezTo>
                    <a:cubicBezTo>
                      <a:pt x="94" y="4"/>
                      <a:pt x="84" y="3"/>
                      <a:pt x="71" y="3"/>
                    </a:cubicBezTo>
                    <a:cubicBezTo>
                      <a:pt x="43" y="4"/>
                      <a:pt x="15" y="20"/>
                      <a:pt x="0" y="4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1"/>
              <p:cNvSpPr/>
              <p:nvPr/>
            </p:nvSpPr>
            <p:spPr>
              <a:xfrm>
                <a:off x="7097770" y="960342"/>
                <a:ext cx="684430" cy="1033141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34" extrusionOk="0">
                    <a:moveTo>
                      <a:pt x="391" y="17"/>
                    </a:moveTo>
                    <a:lnTo>
                      <a:pt x="391" y="376"/>
                    </a:lnTo>
                    <a:lnTo>
                      <a:pt x="0" y="602"/>
                    </a:lnTo>
                    <a:lnTo>
                      <a:pt x="0" y="634"/>
                    </a:lnTo>
                    <a:lnTo>
                      <a:pt x="420" y="391"/>
                    </a:lnTo>
                    <a:lnTo>
                      <a:pt x="420" y="0"/>
                    </a:lnTo>
                    <a:lnTo>
                      <a:pt x="391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1"/>
              <p:cNvSpPr/>
              <p:nvPr/>
            </p:nvSpPr>
            <p:spPr>
              <a:xfrm>
                <a:off x="6990216" y="1623573"/>
                <a:ext cx="899536" cy="55405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40" extrusionOk="0">
                    <a:moveTo>
                      <a:pt x="552" y="21"/>
                    </a:moveTo>
                    <a:lnTo>
                      <a:pt x="505" y="48"/>
                    </a:lnTo>
                    <a:lnTo>
                      <a:pt x="486" y="59"/>
                    </a:lnTo>
                    <a:lnTo>
                      <a:pt x="401" y="108"/>
                    </a:lnTo>
                    <a:cubicBezTo>
                      <a:pt x="394" y="127"/>
                      <a:pt x="380" y="145"/>
                      <a:pt x="365" y="154"/>
                    </a:cubicBezTo>
                    <a:lnTo>
                      <a:pt x="356" y="159"/>
                    </a:lnTo>
                    <a:cubicBezTo>
                      <a:pt x="348" y="164"/>
                      <a:pt x="340" y="165"/>
                      <a:pt x="333" y="164"/>
                    </a:cubicBezTo>
                    <a:cubicBezTo>
                      <a:pt x="322" y="181"/>
                      <a:pt x="307" y="196"/>
                      <a:pt x="291" y="205"/>
                    </a:cubicBezTo>
                    <a:lnTo>
                      <a:pt x="266" y="220"/>
                    </a:lnTo>
                    <a:cubicBezTo>
                      <a:pt x="249" y="230"/>
                      <a:pt x="234" y="232"/>
                      <a:pt x="222" y="227"/>
                    </a:cubicBezTo>
                    <a:cubicBezTo>
                      <a:pt x="215" y="237"/>
                      <a:pt x="207" y="245"/>
                      <a:pt x="198" y="250"/>
                    </a:cubicBezTo>
                    <a:lnTo>
                      <a:pt x="189" y="255"/>
                    </a:lnTo>
                    <a:cubicBezTo>
                      <a:pt x="174" y="264"/>
                      <a:pt x="160" y="262"/>
                      <a:pt x="153" y="252"/>
                    </a:cubicBezTo>
                    <a:lnTo>
                      <a:pt x="66" y="302"/>
                    </a:lnTo>
                    <a:lnTo>
                      <a:pt x="32" y="321"/>
                    </a:lnTo>
                    <a:lnTo>
                      <a:pt x="0" y="340"/>
                    </a:lnTo>
                    <a:lnTo>
                      <a:pt x="37" y="276"/>
                    </a:lnTo>
                    <a:lnTo>
                      <a:pt x="514" y="0"/>
                    </a:lnTo>
                    <a:lnTo>
                      <a:pt x="552" y="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1"/>
              <p:cNvSpPr/>
              <p:nvPr/>
            </p:nvSpPr>
            <p:spPr>
              <a:xfrm>
                <a:off x="6990216" y="774572"/>
                <a:ext cx="899536" cy="55405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40" extrusionOk="0">
                    <a:moveTo>
                      <a:pt x="552" y="0"/>
                    </a:moveTo>
                    <a:lnTo>
                      <a:pt x="514" y="65"/>
                    </a:lnTo>
                    <a:lnTo>
                      <a:pt x="37" y="340"/>
                    </a:lnTo>
                    <a:lnTo>
                      <a:pt x="0" y="319"/>
                    </a:lnTo>
                    <a:lnTo>
                      <a:pt x="32" y="300"/>
                    </a:lnTo>
                    <a:lnTo>
                      <a:pt x="66" y="281"/>
                    </a:lnTo>
                    <a:lnTo>
                      <a:pt x="155" y="229"/>
                    </a:lnTo>
                    <a:cubicBezTo>
                      <a:pt x="163" y="213"/>
                      <a:pt x="175" y="197"/>
                      <a:pt x="189" y="189"/>
                    </a:cubicBezTo>
                    <a:lnTo>
                      <a:pt x="198" y="184"/>
                    </a:lnTo>
                    <a:cubicBezTo>
                      <a:pt x="206" y="179"/>
                      <a:pt x="214" y="177"/>
                      <a:pt x="221" y="178"/>
                    </a:cubicBezTo>
                    <a:cubicBezTo>
                      <a:pt x="232" y="161"/>
                      <a:pt x="247" y="147"/>
                      <a:pt x="263" y="137"/>
                    </a:cubicBezTo>
                    <a:lnTo>
                      <a:pt x="288" y="123"/>
                    </a:lnTo>
                    <a:cubicBezTo>
                      <a:pt x="305" y="113"/>
                      <a:pt x="320" y="111"/>
                      <a:pt x="332" y="115"/>
                    </a:cubicBezTo>
                    <a:cubicBezTo>
                      <a:pt x="339" y="106"/>
                      <a:pt x="347" y="98"/>
                      <a:pt x="356" y="93"/>
                    </a:cubicBezTo>
                    <a:lnTo>
                      <a:pt x="365" y="88"/>
                    </a:lnTo>
                    <a:cubicBezTo>
                      <a:pt x="379" y="80"/>
                      <a:pt x="392" y="80"/>
                      <a:pt x="399" y="89"/>
                    </a:cubicBezTo>
                    <a:lnTo>
                      <a:pt x="486" y="38"/>
                    </a:lnTo>
                    <a:lnTo>
                      <a:pt x="505" y="28"/>
                    </a:lnTo>
                    <a:lnTo>
                      <a:pt x="5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1"/>
              <p:cNvSpPr/>
              <p:nvPr/>
            </p:nvSpPr>
            <p:spPr>
              <a:xfrm>
                <a:off x="7097770" y="1573056"/>
                <a:ext cx="684430" cy="420426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58" extrusionOk="0">
                    <a:moveTo>
                      <a:pt x="391" y="0"/>
                    </a:moveTo>
                    <a:lnTo>
                      <a:pt x="420" y="15"/>
                    </a:lnTo>
                    <a:lnTo>
                      <a:pt x="0" y="258"/>
                    </a:lnTo>
                    <a:lnTo>
                      <a:pt x="0" y="226"/>
                    </a:lnTo>
                    <a:lnTo>
                      <a:pt x="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1"/>
              <p:cNvSpPr/>
              <p:nvPr/>
            </p:nvSpPr>
            <p:spPr>
              <a:xfrm>
                <a:off x="7187117" y="1958211"/>
                <a:ext cx="675754" cy="81339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644" extrusionOk="0">
                    <a:moveTo>
                      <a:pt x="535" y="0"/>
                    </a:moveTo>
                    <a:lnTo>
                      <a:pt x="535" y="337"/>
                    </a:lnTo>
                    <a:lnTo>
                      <a:pt x="0" y="644"/>
                    </a:lnTo>
                    <a:lnTo>
                      <a:pt x="0" y="307"/>
                    </a:lnTo>
                    <a:lnTo>
                      <a:pt x="53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1"/>
              <p:cNvSpPr/>
              <p:nvPr/>
            </p:nvSpPr>
            <p:spPr>
              <a:xfrm>
                <a:off x="7132804" y="2314385"/>
                <a:ext cx="53050" cy="457216"/>
              </a:xfrm>
              <a:custGeom>
                <a:avLst/>
                <a:gdLst/>
                <a:ahLst/>
                <a:cxnLst/>
                <a:rect l="l" t="t" r="r" b="b"/>
                <a:pathLst>
                  <a:path w="42" h="362" extrusionOk="0">
                    <a:moveTo>
                      <a:pt x="42" y="362"/>
                    </a:moveTo>
                    <a:lnTo>
                      <a:pt x="0" y="337"/>
                    </a:lnTo>
                    <a:lnTo>
                      <a:pt x="0" y="0"/>
                    </a:lnTo>
                    <a:lnTo>
                      <a:pt x="42" y="25"/>
                    </a:lnTo>
                    <a:lnTo>
                      <a:pt x="42" y="3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1"/>
              <p:cNvSpPr/>
              <p:nvPr/>
            </p:nvSpPr>
            <p:spPr>
              <a:xfrm>
                <a:off x="7132804" y="1926635"/>
                <a:ext cx="730067" cy="4193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2" extrusionOk="0">
                    <a:moveTo>
                      <a:pt x="42" y="332"/>
                    </a:moveTo>
                    <a:lnTo>
                      <a:pt x="0" y="307"/>
                    </a:lnTo>
                    <a:lnTo>
                      <a:pt x="535" y="0"/>
                    </a:lnTo>
                    <a:lnTo>
                      <a:pt x="578" y="25"/>
                    </a:lnTo>
                    <a:lnTo>
                      <a:pt x="42" y="33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" name="Google Shape;471;p21"/>
            <p:cNvGrpSpPr/>
            <p:nvPr/>
          </p:nvGrpSpPr>
          <p:grpSpPr>
            <a:xfrm>
              <a:off x="2051437" y="1338006"/>
              <a:ext cx="779304" cy="1372559"/>
              <a:chOff x="3518357" y="1368958"/>
              <a:chExt cx="1443958" cy="2543189"/>
            </a:xfrm>
          </p:grpSpPr>
          <p:grpSp>
            <p:nvGrpSpPr>
              <p:cNvPr id="472" name="Google Shape;472;p21"/>
              <p:cNvGrpSpPr/>
              <p:nvPr/>
            </p:nvGrpSpPr>
            <p:grpSpPr>
              <a:xfrm>
                <a:off x="3518357" y="1368958"/>
                <a:ext cx="939655" cy="2085501"/>
                <a:chOff x="4718957" y="1027770"/>
                <a:chExt cx="939655" cy="2085501"/>
              </a:xfrm>
            </p:grpSpPr>
            <p:sp>
              <p:nvSpPr>
                <p:cNvPr id="473" name="Google Shape;473;p21"/>
                <p:cNvSpPr/>
                <p:nvPr/>
              </p:nvSpPr>
              <p:spPr>
                <a:xfrm>
                  <a:off x="5503883" y="1140587"/>
                  <a:ext cx="32235" cy="66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41" extrusionOk="0">
                      <a:moveTo>
                        <a:pt x="20" y="16"/>
                      </a:moveTo>
                      <a:cubicBezTo>
                        <a:pt x="20" y="16"/>
                        <a:pt x="12" y="4"/>
                        <a:pt x="9" y="2"/>
                      </a:cubicBezTo>
                      <a:cubicBezTo>
                        <a:pt x="7" y="0"/>
                        <a:pt x="0" y="-1"/>
                        <a:pt x="0" y="4"/>
                      </a:cubicBezTo>
                      <a:cubicBezTo>
                        <a:pt x="-1" y="10"/>
                        <a:pt x="2" y="15"/>
                        <a:pt x="3" y="17"/>
                      </a:cubicBezTo>
                      <a:cubicBezTo>
                        <a:pt x="4" y="20"/>
                        <a:pt x="7" y="39"/>
                        <a:pt x="11" y="41"/>
                      </a:cubicBezTo>
                      <a:cubicBezTo>
                        <a:pt x="15" y="42"/>
                        <a:pt x="20" y="16"/>
                        <a:pt x="20" y="16"/>
                      </a:cubicBez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21"/>
                <p:cNvSpPr/>
                <p:nvPr/>
              </p:nvSpPr>
              <p:spPr>
                <a:xfrm>
                  <a:off x="5225049" y="1372668"/>
                  <a:ext cx="394879" cy="291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181" extrusionOk="0">
                      <a:moveTo>
                        <a:pt x="0" y="1"/>
                      </a:moveTo>
                      <a:cubicBezTo>
                        <a:pt x="0" y="1"/>
                        <a:pt x="54" y="-6"/>
                        <a:pt x="88" y="22"/>
                      </a:cubicBezTo>
                      <a:cubicBezTo>
                        <a:pt x="122" y="50"/>
                        <a:pt x="187" y="99"/>
                        <a:pt x="187" y="99"/>
                      </a:cubicBezTo>
                      <a:cubicBezTo>
                        <a:pt x="187" y="99"/>
                        <a:pt x="249" y="155"/>
                        <a:pt x="245" y="169"/>
                      </a:cubicBezTo>
                      <a:cubicBezTo>
                        <a:pt x="242" y="183"/>
                        <a:pt x="200" y="185"/>
                        <a:pt x="172" y="174"/>
                      </a:cubicBezTo>
                      <a:cubicBezTo>
                        <a:pt x="145" y="164"/>
                        <a:pt x="42" y="114"/>
                        <a:pt x="42" y="114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18275" rIns="81625" bIns="182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21"/>
                <p:cNvSpPr/>
                <p:nvPr/>
              </p:nvSpPr>
              <p:spPr>
                <a:xfrm>
                  <a:off x="5529671" y="1309813"/>
                  <a:ext cx="128940" cy="354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" h="220" extrusionOk="0">
                      <a:moveTo>
                        <a:pt x="0" y="153"/>
                      </a:moveTo>
                      <a:cubicBezTo>
                        <a:pt x="0" y="153"/>
                        <a:pt x="14" y="93"/>
                        <a:pt x="15" y="76"/>
                      </a:cubicBezTo>
                      <a:cubicBezTo>
                        <a:pt x="17" y="59"/>
                        <a:pt x="16" y="9"/>
                        <a:pt x="16" y="9"/>
                      </a:cubicBezTo>
                      <a:cubicBezTo>
                        <a:pt x="16" y="9"/>
                        <a:pt x="34" y="17"/>
                        <a:pt x="49" y="11"/>
                      </a:cubicBezTo>
                      <a:cubicBezTo>
                        <a:pt x="64" y="5"/>
                        <a:pt x="65" y="0"/>
                        <a:pt x="65" y="0"/>
                      </a:cubicBezTo>
                      <a:cubicBezTo>
                        <a:pt x="65" y="0"/>
                        <a:pt x="77" y="86"/>
                        <a:pt x="79" y="114"/>
                      </a:cubicBezTo>
                      <a:cubicBezTo>
                        <a:pt x="82" y="142"/>
                        <a:pt x="65" y="210"/>
                        <a:pt x="62" y="214"/>
                      </a:cubicBezTo>
                      <a:cubicBezTo>
                        <a:pt x="58" y="217"/>
                        <a:pt x="33" y="221"/>
                        <a:pt x="21" y="220"/>
                      </a:cubicBezTo>
                      <a:cubicBezTo>
                        <a:pt x="9" y="219"/>
                        <a:pt x="-2" y="160"/>
                        <a:pt x="0" y="15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31025" rIns="81625" bIns="310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21"/>
                <p:cNvSpPr/>
                <p:nvPr/>
              </p:nvSpPr>
              <p:spPr>
                <a:xfrm>
                  <a:off x="5518389" y="1048722"/>
                  <a:ext cx="109599" cy="325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" h="202" extrusionOk="0">
                      <a:moveTo>
                        <a:pt x="68" y="182"/>
                      </a:moveTo>
                      <a:cubicBezTo>
                        <a:pt x="68" y="182"/>
                        <a:pt x="61" y="152"/>
                        <a:pt x="62" y="145"/>
                      </a:cubicBezTo>
                      <a:cubicBezTo>
                        <a:pt x="63" y="139"/>
                        <a:pt x="63" y="113"/>
                        <a:pt x="62" y="107"/>
                      </a:cubicBezTo>
                      <a:cubicBezTo>
                        <a:pt x="62" y="101"/>
                        <a:pt x="57" y="83"/>
                        <a:pt x="56" y="81"/>
                      </a:cubicBezTo>
                      <a:cubicBezTo>
                        <a:pt x="54" y="78"/>
                        <a:pt x="46" y="73"/>
                        <a:pt x="46" y="73"/>
                      </a:cubicBezTo>
                      <a:lnTo>
                        <a:pt x="43" y="70"/>
                      </a:lnTo>
                      <a:cubicBezTo>
                        <a:pt x="43" y="70"/>
                        <a:pt x="34" y="18"/>
                        <a:pt x="33" y="15"/>
                      </a:cubicBezTo>
                      <a:cubicBezTo>
                        <a:pt x="32" y="13"/>
                        <a:pt x="32" y="2"/>
                        <a:pt x="30" y="1"/>
                      </a:cubicBezTo>
                      <a:cubicBezTo>
                        <a:pt x="28" y="0"/>
                        <a:pt x="20" y="2"/>
                        <a:pt x="19" y="8"/>
                      </a:cubicBezTo>
                      <a:cubicBezTo>
                        <a:pt x="18" y="15"/>
                        <a:pt x="20" y="27"/>
                        <a:pt x="20" y="30"/>
                      </a:cubicBezTo>
                      <a:cubicBezTo>
                        <a:pt x="21" y="32"/>
                        <a:pt x="24" y="69"/>
                        <a:pt x="24" y="71"/>
                      </a:cubicBezTo>
                      <a:cubicBezTo>
                        <a:pt x="25" y="72"/>
                        <a:pt x="7" y="71"/>
                        <a:pt x="7" y="71"/>
                      </a:cubicBezTo>
                      <a:cubicBezTo>
                        <a:pt x="7" y="71"/>
                        <a:pt x="-2" y="74"/>
                        <a:pt x="0" y="83"/>
                      </a:cubicBezTo>
                      <a:cubicBezTo>
                        <a:pt x="2" y="92"/>
                        <a:pt x="2" y="104"/>
                        <a:pt x="4" y="109"/>
                      </a:cubicBezTo>
                      <a:cubicBezTo>
                        <a:pt x="5" y="113"/>
                        <a:pt x="7" y="117"/>
                        <a:pt x="7" y="118"/>
                      </a:cubicBezTo>
                      <a:cubicBezTo>
                        <a:pt x="7" y="119"/>
                        <a:pt x="5" y="124"/>
                        <a:pt x="8" y="127"/>
                      </a:cubicBezTo>
                      <a:cubicBezTo>
                        <a:pt x="11" y="130"/>
                        <a:pt x="12" y="135"/>
                        <a:pt x="12" y="135"/>
                      </a:cubicBezTo>
                      <a:cubicBezTo>
                        <a:pt x="12" y="135"/>
                        <a:pt x="12" y="140"/>
                        <a:pt x="17" y="149"/>
                      </a:cubicBezTo>
                      <a:cubicBezTo>
                        <a:pt x="23" y="157"/>
                        <a:pt x="29" y="162"/>
                        <a:pt x="29" y="166"/>
                      </a:cubicBezTo>
                      <a:cubicBezTo>
                        <a:pt x="30" y="171"/>
                        <a:pt x="32" y="199"/>
                        <a:pt x="32" y="202"/>
                      </a:cubicBezTo>
                      <a:cubicBezTo>
                        <a:pt x="31" y="204"/>
                        <a:pt x="68" y="182"/>
                        <a:pt x="68" y="182"/>
                      </a:cubicBez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25125" rIns="81625" bIns="251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21"/>
                <p:cNvSpPr/>
                <p:nvPr/>
              </p:nvSpPr>
              <p:spPr>
                <a:xfrm>
                  <a:off x="5529671" y="1221171"/>
                  <a:ext cx="49964" cy="3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3" extrusionOk="0">
                      <a:moveTo>
                        <a:pt x="21" y="5"/>
                      </a:moveTo>
                      <a:cubicBezTo>
                        <a:pt x="21" y="5"/>
                        <a:pt x="20" y="-1"/>
                        <a:pt x="23" y="0"/>
                      </a:cubicBezTo>
                      <a:cubicBezTo>
                        <a:pt x="26" y="1"/>
                        <a:pt x="30" y="2"/>
                        <a:pt x="31" y="3"/>
                      </a:cubicBezTo>
                      <a:cubicBezTo>
                        <a:pt x="32" y="4"/>
                        <a:pt x="30" y="12"/>
                        <a:pt x="30" y="13"/>
                      </a:cubicBezTo>
                      <a:cubicBezTo>
                        <a:pt x="30" y="14"/>
                        <a:pt x="28" y="16"/>
                        <a:pt x="28" y="16"/>
                      </a:cubicBezTo>
                      <a:cubicBezTo>
                        <a:pt x="28" y="16"/>
                        <a:pt x="25" y="23"/>
                        <a:pt x="22" y="23"/>
                      </a:cubicBezTo>
                      <a:cubicBezTo>
                        <a:pt x="20" y="23"/>
                        <a:pt x="16" y="22"/>
                        <a:pt x="15" y="22"/>
                      </a:cubicBezTo>
                      <a:cubicBezTo>
                        <a:pt x="14" y="22"/>
                        <a:pt x="13" y="20"/>
                        <a:pt x="13" y="20"/>
                      </a:cubicBezTo>
                      <a:lnTo>
                        <a:pt x="8" y="20"/>
                      </a:lnTo>
                      <a:cubicBezTo>
                        <a:pt x="7" y="20"/>
                        <a:pt x="2" y="21"/>
                        <a:pt x="2" y="21"/>
                      </a:cubicBezTo>
                      <a:lnTo>
                        <a:pt x="0" y="19"/>
                      </a:lnTo>
                      <a:cubicBezTo>
                        <a:pt x="0" y="19"/>
                        <a:pt x="4" y="19"/>
                        <a:pt x="5" y="18"/>
                      </a:cubicBezTo>
                      <a:cubicBezTo>
                        <a:pt x="6" y="18"/>
                        <a:pt x="7" y="13"/>
                        <a:pt x="7" y="13"/>
                      </a:cubicBezTo>
                      <a:cubicBezTo>
                        <a:pt x="7" y="13"/>
                        <a:pt x="9" y="16"/>
                        <a:pt x="9" y="17"/>
                      </a:cubicBezTo>
                      <a:cubicBezTo>
                        <a:pt x="10" y="17"/>
                        <a:pt x="13" y="17"/>
                        <a:pt x="15" y="19"/>
                      </a:cubicBezTo>
                      <a:cubicBezTo>
                        <a:pt x="18" y="21"/>
                        <a:pt x="20" y="19"/>
                        <a:pt x="20" y="19"/>
                      </a:cubicBezTo>
                      <a:cubicBezTo>
                        <a:pt x="20" y="19"/>
                        <a:pt x="22" y="13"/>
                        <a:pt x="22" y="11"/>
                      </a:cubicBezTo>
                      <a:cubicBezTo>
                        <a:pt x="22" y="10"/>
                        <a:pt x="21" y="5"/>
                        <a:pt x="21" y="5"/>
                      </a:cubicBez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21"/>
                <p:cNvSpPr/>
                <p:nvPr/>
              </p:nvSpPr>
              <p:spPr>
                <a:xfrm>
                  <a:off x="5544177" y="1193772"/>
                  <a:ext cx="43517" cy="58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6" extrusionOk="0">
                      <a:moveTo>
                        <a:pt x="27" y="3"/>
                      </a:moveTo>
                      <a:cubicBezTo>
                        <a:pt x="27" y="3"/>
                        <a:pt x="6" y="0"/>
                        <a:pt x="3" y="1"/>
                      </a:cubicBezTo>
                      <a:cubicBezTo>
                        <a:pt x="0" y="2"/>
                        <a:pt x="1" y="13"/>
                        <a:pt x="2" y="16"/>
                      </a:cubicBezTo>
                      <a:cubicBezTo>
                        <a:pt x="3" y="19"/>
                        <a:pt x="6" y="36"/>
                        <a:pt x="6" y="36"/>
                      </a:cubicBezTo>
                      <a:lnTo>
                        <a:pt x="4" y="35"/>
                      </a:lnTo>
                      <a:lnTo>
                        <a:pt x="0" y="11"/>
                      </a:lnTo>
                      <a:cubicBezTo>
                        <a:pt x="0" y="11"/>
                        <a:pt x="0" y="1"/>
                        <a:pt x="0" y="0"/>
                      </a:cubicBezTo>
                      <a:cubicBezTo>
                        <a:pt x="0" y="0"/>
                        <a:pt x="16" y="0"/>
                        <a:pt x="27" y="3"/>
                      </a:cubicBez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21"/>
                <p:cNvSpPr/>
                <p:nvPr/>
              </p:nvSpPr>
              <p:spPr>
                <a:xfrm>
                  <a:off x="5529671" y="1177656"/>
                  <a:ext cx="58023" cy="6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40" extrusionOk="0">
                      <a:moveTo>
                        <a:pt x="36" y="5"/>
                      </a:moveTo>
                      <a:cubicBezTo>
                        <a:pt x="36" y="5"/>
                        <a:pt x="3" y="1"/>
                        <a:pt x="2" y="4"/>
                      </a:cubicBezTo>
                      <a:cubicBezTo>
                        <a:pt x="1" y="7"/>
                        <a:pt x="7" y="40"/>
                        <a:pt x="7" y="40"/>
                      </a:cubicBezTo>
                      <a:cubicBezTo>
                        <a:pt x="7" y="40"/>
                        <a:pt x="0" y="9"/>
                        <a:pt x="0" y="7"/>
                      </a:cubicBezTo>
                      <a:cubicBezTo>
                        <a:pt x="-1" y="6"/>
                        <a:pt x="0" y="0"/>
                        <a:pt x="0" y="0"/>
                      </a:cubicBezTo>
                      <a:cubicBezTo>
                        <a:pt x="0" y="0"/>
                        <a:pt x="34" y="4"/>
                        <a:pt x="36" y="5"/>
                      </a:cubicBez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21"/>
                <p:cNvSpPr/>
                <p:nvPr/>
              </p:nvSpPr>
              <p:spPr>
                <a:xfrm>
                  <a:off x="5171861" y="2840899"/>
                  <a:ext cx="186963" cy="240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" h="149" extrusionOk="0">
                      <a:moveTo>
                        <a:pt x="54" y="11"/>
                      </a:moveTo>
                      <a:cubicBezTo>
                        <a:pt x="54" y="11"/>
                        <a:pt x="59" y="45"/>
                        <a:pt x="67" y="57"/>
                      </a:cubicBezTo>
                      <a:cubicBezTo>
                        <a:pt x="75" y="70"/>
                        <a:pt x="112" y="95"/>
                        <a:pt x="115" y="103"/>
                      </a:cubicBezTo>
                      <a:cubicBezTo>
                        <a:pt x="117" y="112"/>
                        <a:pt x="118" y="133"/>
                        <a:pt x="106" y="142"/>
                      </a:cubicBezTo>
                      <a:cubicBezTo>
                        <a:pt x="93" y="151"/>
                        <a:pt x="69" y="149"/>
                        <a:pt x="69" y="149"/>
                      </a:cubicBezTo>
                      <a:cubicBezTo>
                        <a:pt x="69" y="149"/>
                        <a:pt x="34" y="110"/>
                        <a:pt x="29" y="101"/>
                      </a:cubicBezTo>
                      <a:cubicBezTo>
                        <a:pt x="25" y="91"/>
                        <a:pt x="3" y="67"/>
                        <a:pt x="0" y="63"/>
                      </a:cubicBezTo>
                      <a:cubicBezTo>
                        <a:pt x="-2" y="60"/>
                        <a:pt x="3" y="21"/>
                        <a:pt x="11" y="6"/>
                      </a:cubicBezTo>
                      <a:cubicBezTo>
                        <a:pt x="20" y="-9"/>
                        <a:pt x="54" y="11"/>
                        <a:pt x="54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7825" rIns="81625" bIns="7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p21"/>
                <p:cNvSpPr/>
                <p:nvPr/>
              </p:nvSpPr>
              <p:spPr>
                <a:xfrm>
                  <a:off x="5084826" y="2861850"/>
                  <a:ext cx="159563" cy="25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" h="156" extrusionOk="0">
                      <a:moveTo>
                        <a:pt x="46" y="9"/>
                      </a:moveTo>
                      <a:cubicBezTo>
                        <a:pt x="46" y="9"/>
                        <a:pt x="67" y="48"/>
                        <a:pt x="64" y="53"/>
                      </a:cubicBezTo>
                      <a:cubicBezTo>
                        <a:pt x="62" y="57"/>
                        <a:pt x="84" y="94"/>
                        <a:pt x="96" y="120"/>
                      </a:cubicBezTo>
                      <a:cubicBezTo>
                        <a:pt x="102" y="132"/>
                        <a:pt x="98" y="144"/>
                        <a:pt x="97" y="147"/>
                      </a:cubicBezTo>
                      <a:cubicBezTo>
                        <a:pt x="94" y="156"/>
                        <a:pt x="79" y="158"/>
                        <a:pt x="59" y="155"/>
                      </a:cubicBezTo>
                      <a:cubicBezTo>
                        <a:pt x="39" y="151"/>
                        <a:pt x="18" y="127"/>
                        <a:pt x="16" y="118"/>
                      </a:cubicBezTo>
                      <a:cubicBezTo>
                        <a:pt x="13" y="109"/>
                        <a:pt x="11" y="83"/>
                        <a:pt x="10" y="77"/>
                      </a:cubicBezTo>
                      <a:cubicBezTo>
                        <a:pt x="8" y="71"/>
                        <a:pt x="-3" y="53"/>
                        <a:pt x="1" y="41"/>
                      </a:cubicBezTo>
                      <a:cubicBezTo>
                        <a:pt x="5" y="29"/>
                        <a:pt x="2" y="0"/>
                        <a:pt x="2" y="0"/>
                      </a:cubicBezTo>
                      <a:lnTo>
                        <a:pt x="46" y="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10125" rIns="81625" bIns="101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21"/>
                <p:cNvSpPr/>
                <p:nvPr/>
              </p:nvSpPr>
              <p:spPr>
                <a:xfrm>
                  <a:off x="5158967" y="2062462"/>
                  <a:ext cx="254657" cy="826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" h="513" extrusionOk="0">
                      <a:moveTo>
                        <a:pt x="156" y="0"/>
                      </a:moveTo>
                      <a:cubicBezTo>
                        <a:pt x="156" y="0"/>
                        <a:pt x="163" y="93"/>
                        <a:pt x="145" y="160"/>
                      </a:cubicBezTo>
                      <a:cubicBezTo>
                        <a:pt x="126" y="227"/>
                        <a:pt x="105" y="283"/>
                        <a:pt x="99" y="310"/>
                      </a:cubicBezTo>
                      <a:cubicBezTo>
                        <a:pt x="93" y="336"/>
                        <a:pt x="73" y="439"/>
                        <a:pt x="70" y="471"/>
                      </a:cubicBezTo>
                      <a:lnTo>
                        <a:pt x="68" y="503"/>
                      </a:lnTo>
                      <a:cubicBezTo>
                        <a:pt x="68" y="503"/>
                        <a:pt x="59" y="516"/>
                        <a:pt x="40" y="513"/>
                      </a:cubicBezTo>
                      <a:cubicBezTo>
                        <a:pt x="20" y="510"/>
                        <a:pt x="7" y="499"/>
                        <a:pt x="5" y="492"/>
                      </a:cubicBezTo>
                      <a:cubicBezTo>
                        <a:pt x="2" y="484"/>
                        <a:pt x="-4" y="338"/>
                        <a:pt x="4" y="305"/>
                      </a:cubicBezTo>
                      <a:cubicBezTo>
                        <a:pt x="13" y="273"/>
                        <a:pt x="23" y="115"/>
                        <a:pt x="26" y="97"/>
                      </a:cubicBezTo>
                      <a:cubicBezTo>
                        <a:pt x="30" y="79"/>
                        <a:pt x="55" y="19"/>
                        <a:pt x="55" y="19"/>
                      </a:cubicBez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21"/>
                <p:cNvSpPr/>
                <p:nvPr/>
              </p:nvSpPr>
              <p:spPr>
                <a:xfrm>
                  <a:off x="4975226" y="2035064"/>
                  <a:ext cx="304621" cy="881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" h="547" extrusionOk="0">
                      <a:moveTo>
                        <a:pt x="189" y="48"/>
                      </a:moveTo>
                      <a:cubicBezTo>
                        <a:pt x="189" y="48"/>
                        <a:pt x="184" y="91"/>
                        <a:pt x="171" y="112"/>
                      </a:cubicBezTo>
                      <a:cubicBezTo>
                        <a:pt x="159" y="132"/>
                        <a:pt x="145" y="138"/>
                        <a:pt x="145" y="138"/>
                      </a:cubicBezTo>
                      <a:cubicBezTo>
                        <a:pt x="145" y="138"/>
                        <a:pt x="138" y="289"/>
                        <a:pt x="134" y="312"/>
                      </a:cubicBezTo>
                      <a:cubicBezTo>
                        <a:pt x="130" y="335"/>
                        <a:pt x="131" y="428"/>
                        <a:pt x="128" y="453"/>
                      </a:cubicBezTo>
                      <a:cubicBezTo>
                        <a:pt x="124" y="478"/>
                        <a:pt x="118" y="530"/>
                        <a:pt x="118" y="539"/>
                      </a:cubicBezTo>
                      <a:cubicBezTo>
                        <a:pt x="119" y="548"/>
                        <a:pt x="90" y="550"/>
                        <a:pt x="73" y="542"/>
                      </a:cubicBezTo>
                      <a:cubicBezTo>
                        <a:pt x="56" y="533"/>
                        <a:pt x="43" y="444"/>
                        <a:pt x="40" y="430"/>
                      </a:cubicBezTo>
                      <a:cubicBezTo>
                        <a:pt x="36" y="416"/>
                        <a:pt x="33" y="369"/>
                        <a:pt x="36" y="339"/>
                      </a:cubicBezTo>
                      <a:cubicBezTo>
                        <a:pt x="38" y="310"/>
                        <a:pt x="6" y="167"/>
                        <a:pt x="2" y="135"/>
                      </a:cubicBezTo>
                      <a:cubicBezTo>
                        <a:pt x="-2" y="102"/>
                        <a:pt x="0" y="29"/>
                        <a:pt x="7" y="6"/>
                      </a:cubicBezTo>
                      <a:cubicBezTo>
                        <a:pt x="15" y="-18"/>
                        <a:pt x="189" y="48"/>
                        <a:pt x="189" y="4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21"/>
                <p:cNvSpPr/>
                <p:nvPr/>
              </p:nvSpPr>
              <p:spPr>
                <a:xfrm>
                  <a:off x="4873686" y="1371056"/>
                  <a:ext cx="557666" cy="863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536" extrusionOk="0">
                      <a:moveTo>
                        <a:pt x="49" y="33"/>
                      </a:moveTo>
                      <a:cubicBezTo>
                        <a:pt x="49" y="33"/>
                        <a:pt x="103" y="10"/>
                        <a:pt x="115" y="5"/>
                      </a:cubicBezTo>
                      <a:cubicBezTo>
                        <a:pt x="127" y="-1"/>
                        <a:pt x="252" y="-2"/>
                        <a:pt x="265" y="10"/>
                      </a:cubicBezTo>
                      <a:cubicBezTo>
                        <a:pt x="278" y="22"/>
                        <a:pt x="302" y="74"/>
                        <a:pt x="314" y="111"/>
                      </a:cubicBezTo>
                      <a:cubicBezTo>
                        <a:pt x="325" y="149"/>
                        <a:pt x="335" y="158"/>
                        <a:pt x="324" y="202"/>
                      </a:cubicBezTo>
                      <a:cubicBezTo>
                        <a:pt x="312" y="246"/>
                        <a:pt x="306" y="282"/>
                        <a:pt x="306" y="282"/>
                      </a:cubicBezTo>
                      <a:cubicBezTo>
                        <a:pt x="306" y="282"/>
                        <a:pt x="345" y="468"/>
                        <a:pt x="346" y="475"/>
                      </a:cubicBezTo>
                      <a:cubicBezTo>
                        <a:pt x="347" y="482"/>
                        <a:pt x="330" y="521"/>
                        <a:pt x="236" y="534"/>
                      </a:cubicBezTo>
                      <a:cubicBezTo>
                        <a:pt x="143" y="546"/>
                        <a:pt x="56" y="517"/>
                        <a:pt x="47" y="493"/>
                      </a:cubicBezTo>
                      <a:cubicBezTo>
                        <a:pt x="42" y="480"/>
                        <a:pt x="62" y="411"/>
                        <a:pt x="62" y="352"/>
                      </a:cubicBezTo>
                      <a:cubicBezTo>
                        <a:pt x="62" y="256"/>
                        <a:pt x="31" y="192"/>
                        <a:pt x="30" y="180"/>
                      </a:cubicBezTo>
                      <a:cubicBezTo>
                        <a:pt x="29" y="168"/>
                        <a:pt x="-6" y="80"/>
                        <a:pt x="0" y="68"/>
                      </a:cubicBezTo>
                      <a:cubicBezTo>
                        <a:pt x="6" y="55"/>
                        <a:pt x="49" y="33"/>
                        <a:pt x="49" y="3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21"/>
                <p:cNvSpPr/>
                <p:nvPr/>
              </p:nvSpPr>
              <p:spPr>
                <a:xfrm>
                  <a:off x="5007462" y="1362998"/>
                  <a:ext cx="262716" cy="233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" h="145" extrusionOk="0">
                      <a:moveTo>
                        <a:pt x="133" y="9"/>
                      </a:moveTo>
                      <a:cubicBezTo>
                        <a:pt x="133" y="9"/>
                        <a:pt x="165" y="49"/>
                        <a:pt x="163" y="76"/>
                      </a:cubicBezTo>
                      <a:cubicBezTo>
                        <a:pt x="162" y="103"/>
                        <a:pt x="150" y="137"/>
                        <a:pt x="130" y="144"/>
                      </a:cubicBezTo>
                      <a:cubicBezTo>
                        <a:pt x="109" y="151"/>
                        <a:pt x="60" y="116"/>
                        <a:pt x="32" y="91"/>
                      </a:cubicBezTo>
                      <a:cubicBezTo>
                        <a:pt x="20" y="81"/>
                        <a:pt x="-4" y="37"/>
                        <a:pt x="0" y="31"/>
                      </a:cubicBezTo>
                      <a:cubicBezTo>
                        <a:pt x="4" y="25"/>
                        <a:pt x="32" y="7"/>
                        <a:pt x="32" y="7"/>
                      </a:cubicBezTo>
                      <a:cubicBezTo>
                        <a:pt x="32" y="7"/>
                        <a:pt x="75" y="-9"/>
                        <a:pt x="133" y="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81625" tIns="6525" rIns="81625" bIns="65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21"/>
                <p:cNvSpPr/>
                <p:nvPr/>
              </p:nvSpPr>
              <p:spPr>
                <a:xfrm>
                  <a:off x="5046144" y="1280802"/>
                  <a:ext cx="175681" cy="20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5" extrusionOk="0">
                      <a:moveTo>
                        <a:pt x="109" y="38"/>
                      </a:moveTo>
                      <a:cubicBezTo>
                        <a:pt x="109" y="38"/>
                        <a:pt x="106" y="60"/>
                        <a:pt x="106" y="79"/>
                      </a:cubicBezTo>
                      <a:cubicBezTo>
                        <a:pt x="105" y="98"/>
                        <a:pt x="108" y="109"/>
                        <a:pt x="97" y="116"/>
                      </a:cubicBezTo>
                      <a:cubicBezTo>
                        <a:pt x="86" y="123"/>
                        <a:pt x="75" y="130"/>
                        <a:pt x="56" y="121"/>
                      </a:cubicBezTo>
                      <a:cubicBezTo>
                        <a:pt x="36" y="112"/>
                        <a:pt x="24" y="105"/>
                        <a:pt x="14" y="92"/>
                      </a:cubicBezTo>
                      <a:cubicBezTo>
                        <a:pt x="4" y="80"/>
                        <a:pt x="6" y="67"/>
                        <a:pt x="7" y="63"/>
                      </a:cubicBezTo>
                      <a:cubicBezTo>
                        <a:pt x="9" y="58"/>
                        <a:pt x="11" y="42"/>
                        <a:pt x="9" y="27"/>
                      </a:cubicBezTo>
                      <a:cubicBezTo>
                        <a:pt x="7" y="11"/>
                        <a:pt x="0" y="0"/>
                        <a:pt x="0" y="0"/>
                      </a:cubicBezTo>
                      <a:lnTo>
                        <a:pt x="34" y="8"/>
                      </a:lnTo>
                      <a:lnTo>
                        <a:pt x="109" y="38"/>
                      </a:ln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21"/>
                <p:cNvSpPr/>
                <p:nvPr/>
              </p:nvSpPr>
              <p:spPr>
                <a:xfrm>
                  <a:off x="5189590" y="1387173"/>
                  <a:ext cx="58023" cy="133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83" extrusionOk="0">
                      <a:moveTo>
                        <a:pt x="15" y="10"/>
                      </a:moveTo>
                      <a:lnTo>
                        <a:pt x="15" y="11"/>
                      </a:lnTo>
                      <a:cubicBezTo>
                        <a:pt x="15" y="15"/>
                        <a:pt x="15" y="19"/>
                        <a:pt x="15" y="23"/>
                      </a:cubicBezTo>
                      <a:cubicBezTo>
                        <a:pt x="14" y="31"/>
                        <a:pt x="13" y="40"/>
                        <a:pt x="8" y="46"/>
                      </a:cubicBezTo>
                      <a:cubicBezTo>
                        <a:pt x="8" y="47"/>
                        <a:pt x="1" y="56"/>
                        <a:pt x="0" y="55"/>
                      </a:cubicBezTo>
                      <a:cubicBezTo>
                        <a:pt x="24" y="79"/>
                        <a:pt x="25" y="83"/>
                        <a:pt x="25" y="83"/>
                      </a:cubicBezTo>
                      <a:cubicBezTo>
                        <a:pt x="25" y="83"/>
                        <a:pt x="34" y="65"/>
                        <a:pt x="36" y="48"/>
                      </a:cubicBezTo>
                      <a:cubicBezTo>
                        <a:pt x="38" y="31"/>
                        <a:pt x="29" y="12"/>
                        <a:pt x="17" y="0"/>
                      </a:cubicBezTo>
                      <a:lnTo>
                        <a:pt x="16" y="6"/>
                      </a:lnTo>
                      <a:cubicBezTo>
                        <a:pt x="16" y="7"/>
                        <a:pt x="15" y="8"/>
                        <a:pt x="15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21"/>
                <p:cNvSpPr/>
                <p:nvPr/>
              </p:nvSpPr>
              <p:spPr>
                <a:xfrm>
                  <a:off x="5039697" y="1348493"/>
                  <a:ext cx="149893" cy="186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116" extrusionOk="0">
                      <a:moveTo>
                        <a:pt x="17" y="4"/>
                      </a:moveTo>
                      <a:cubicBezTo>
                        <a:pt x="17" y="3"/>
                        <a:pt x="17" y="1"/>
                        <a:pt x="17" y="0"/>
                      </a:cubicBezTo>
                      <a:cubicBezTo>
                        <a:pt x="15" y="3"/>
                        <a:pt x="14" y="7"/>
                        <a:pt x="12" y="10"/>
                      </a:cubicBezTo>
                      <a:cubicBezTo>
                        <a:pt x="10" y="13"/>
                        <a:pt x="8" y="16"/>
                        <a:pt x="6" y="20"/>
                      </a:cubicBezTo>
                      <a:cubicBezTo>
                        <a:pt x="3" y="27"/>
                        <a:pt x="0" y="34"/>
                        <a:pt x="0" y="42"/>
                      </a:cubicBezTo>
                      <a:cubicBezTo>
                        <a:pt x="2" y="56"/>
                        <a:pt x="19" y="75"/>
                        <a:pt x="43" y="91"/>
                      </a:cubicBezTo>
                      <a:cubicBezTo>
                        <a:pt x="66" y="107"/>
                        <a:pt x="71" y="116"/>
                        <a:pt x="71" y="116"/>
                      </a:cubicBezTo>
                      <a:lnTo>
                        <a:pt x="93" y="79"/>
                      </a:lnTo>
                      <a:cubicBezTo>
                        <a:pt x="93" y="79"/>
                        <a:pt x="50" y="60"/>
                        <a:pt x="40" y="52"/>
                      </a:cubicBezTo>
                      <a:cubicBezTo>
                        <a:pt x="32" y="46"/>
                        <a:pt x="25" y="39"/>
                        <a:pt x="20" y="30"/>
                      </a:cubicBezTo>
                      <a:cubicBezTo>
                        <a:pt x="18" y="26"/>
                        <a:pt x="15" y="21"/>
                        <a:pt x="15" y="15"/>
                      </a:cubicBezTo>
                      <a:cubicBezTo>
                        <a:pt x="15" y="13"/>
                        <a:pt x="16" y="10"/>
                        <a:pt x="16" y="8"/>
                      </a:cubicBezTo>
                      <a:cubicBezTo>
                        <a:pt x="17" y="6"/>
                        <a:pt x="17" y="5"/>
                        <a:pt x="17" y="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p21"/>
                <p:cNvSpPr/>
                <p:nvPr/>
              </p:nvSpPr>
              <p:spPr>
                <a:xfrm>
                  <a:off x="5026803" y="1074509"/>
                  <a:ext cx="236928" cy="302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188" extrusionOk="0">
                      <a:moveTo>
                        <a:pt x="114" y="6"/>
                      </a:moveTo>
                      <a:cubicBezTo>
                        <a:pt x="114" y="6"/>
                        <a:pt x="132" y="14"/>
                        <a:pt x="138" y="40"/>
                      </a:cubicBezTo>
                      <a:cubicBezTo>
                        <a:pt x="144" y="65"/>
                        <a:pt x="141" y="72"/>
                        <a:pt x="142" y="80"/>
                      </a:cubicBezTo>
                      <a:cubicBezTo>
                        <a:pt x="143" y="88"/>
                        <a:pt x="153" y="114"/>
                        <a:pt x="140" y="154"/>
                      </a:cubicBezTo>
                      <a:cubicBezTo>
                        <a:pt x="127" y="193"/>
                        <a:pt x="124" y="187"/>
                        <a:pt x="114" y="188"/>
                      </a:cubicBezTo>
                      <a:cubicBezTo>
                        <a:pt x="104" y="189"/>
                        <a:pt x="67" y="182"/>
                        <a:pt x="52" y="177"/>
                      </a:cubicBezTo>
                      <a:cubicBezTo>
                        <a:pt x="38" y="172"/>
                        <a:pt x="10" y="126"/>
                        <a:pt x="9" y="123"/>
                      </a:cubicBezTo>
                      <a:cubicBezTo>
                        <a:pt x="7" y="120"/>
                        <a:pt x="-7" y="69"/>
                        <a:pt x="4" y="41"/>
                      </a:cubicBezTo>
                      <a:cubicBezTo>
                        <a:pt x="15" y="14"/>
                        <a:pt x="81" y="-12"/>
                        <a:pt x="114" y="6"/>
                      </a:cubicBez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20575" rIns="81625" bIns="205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p21"/>
                <p:cNvSpPr/>
                <p:nvPr/>
              </p:nvSpPr>
              <p:spPr>
                <a:xfrm>
                  <a:off x="4952662" y="1027770"/>
                  <a:ext cx="303009" cy="396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246" extrusionOk="0">
                      <a:moveTo>
                        <a:pt x="68" y="104"/>
                      </a:moveTo>
                      <a:cubicBezTo>
                        <a:pt x="68" y="104"/>
                        <a:pt x="80" y="94"/>
                        <a:pt x="87" y="83"/>
                      </a:cubicBezTo>
                      <a:cubicBezTo>
                        <a:pt x="93" y="72"/>
                        <a:pt x="114" y="53"/>
                        <a:pt x="123" y="51"/>
                      </a:cubicBezTo>
                      <a:cubicBezTo>
                        <a:pt x="133" y="48"/>
                        <a:pt x="162" y="40"/>
                        <a:pt x="169" y="46"/>
                      </a:cubicBezTo>
                      <a:cubicBezTo>
                        <a:pt x="177" y="52"/>
                        <a:pt x="187" y="86"/>
                        <a:pt x="187" y="86"/>
                      </a:cubicBezTo>
                      <a:cubicBezTo>
                        <a:pt x="187" y="86"/>
                        <a:pt x="189" y="74"/>
                        <a:pt x="185" y="59"/>
                      </a:cubicBezTo>
                      <a:cubicBezTo>
                        <a:pt x="182" y="45"/>
                        <a:pt x="172" y="32"/>
                        <a:pt x="157" y="21"/>
                      </a:cubicBezTo>
                      <a:cubicBezTo>
                        <a:pt x="142" y="11"/>
                        <a:pt x="133" y="3"/>
                        <a:pt x="107" y="1"/>
                      </a:cubicBezTo>
                      <a:cubicBezTo>
                        <a:pt x="81" y="-1"/>
                        <a:pt x="80" y="7"/>
                        <a:pt x="80" y="7"/>
                      </a:cubicBezTo>
                      <a:cubicBezTo>
                        <a:pt x="80" y="7"/>
                        <a:pt x="64" y="-1"/>
                        <a:pt x="47" y="22"/>
                      </a:cubicBezTo>
                      <a:cubicBezTo>
                        <a:pt x="30" y="44"/>
                        <a:pt x="25" y="67"/>
                        <a:pt x="20" y="118"/>
                      </a:cubicBezTo>
                      <a:cubicBezTo>
                        <a:pt x="15" y="169"/>
                        <a:pt x="14" y="202"/>
                        <a:pt x="10" y="218"/>
                      </a:cubicBezTo>
                      <a:cubicBezTo>
                        <a:pt x="5" y="234"/>
                        <a:pt x="0" y="246"/>
                        <a:pt x="0" y="246"/>
                      </a:cubicBezTo>
                      <a:cubicBezTo>
                        <a:pt x="0" y="246"/>
                        <a:pt x="36" y="236"/>
                        <a:pt x="51" y="226"/>
                      </a:cubicBezTo>
                      <a:cubicBezTo>
                        <a:pt x="66" y="215"/>
                        <a:pt x="68" y="208"/>
                        <a:pt x="68" y="196"/>
                      </a:cubicBezTo>
                      <a:cubicBezTo>
                        <a:pt x="69" y="185"/>
                        <a:pt x="61" y="162"/>
                        <a:pt x="61" y="162"/>
                      </a:cubicBezTo>
                      <a:cubicBezTo>
                        <a:pt x="61" y="162"/>
                        <a:pt x="56" y="126"/>
                        <a:pt x="56" y="125"/>
                      </a:cubicBezTo>
                      <a:lnTo>
                        <a:pt x="60" y="124"/>
                      </a:lnTo>
                      <a:cubicBezTo>
                        <a:pt x="60" y="124"/>
                        <a:pt x="62" y="144"/>
                        <a:pt x="65" y="147"/>
                      </a:cubicBezTo>
                      <a:cubicBezTo>
                        <a:pt x="67" y="151"/>
                        <a:pt x="70" y="158"/>
                        <a:pt x="70" y="158"/>
                      </a:cubicBezTo>
                      <a:cubicBezTo>
                        <a:pt x="70" y="158"/>
                        <a:pt x="69" y="143"/>
                        <a:pt x="66" y="132"/>
                      </a:cubicBezTo>
                      <a:cubicBezTo>
                        <a:pt x="63" y="121"/>
                        <a:pt x="68" y="104"/>
                        <a:pt x="68" y="1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81625" tIns="39500" rIns="81625" bIns="395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21"/>
                <p:cNvSpPr/>
                <p:nvPr/>
              </p:nvSpPr>
              <p:spPr>
                <a:xfrm>
                  <a:off x="5013909" y="1221171"/>
                  <a:ext cx="40294" cy="7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47" extrusionOk="0">
                      <a:moveTo>
                        <a:pt x="20" y="9"/>
                      </a:moveTo>
                      <a:cubicBezTo>
                        <a:pt x="20" y="9"/>
                        <a:pt x="18" y="1"/>
                        <a:pt x="10" y="0"/>
                      </a:cubicBezTo>
                      <a:cubicBezTo>
                        <a:pt x="2" y="-1"/>
                        <a:pt x="0" y="5"/>
                        <a:pt x="0" y="15"/>
                      </a:cubicBezTo>
                      <a:cubicBezTo>
                        <a:pt x="1" y="25"/>
                        <a:pt x="1" y="34"/>
                        <a:pt x="8" y="39"/>
                      </a:cubicBezTo>
                      <a:cubicBezTo>
                        <a:pt x="15" y="44"/>
                        <a:pt x="25" y="50"/>
                        <a:pt x="25" y="46"/>
                      </a:cubicBezTo>
                      <a:cubicBezTo>
                        <a:pt x="26" y="42"/>
                        <a:pt x="22" y="30"/>
                        <a:pt x="22" y="28"/>
                      </a:cubicBezTo>
                      <a:cubicBezTo>
                        <a:pt x="22" y="26"/>
                        <a:pt x="20" y="9"/>
                        <a:pt x="20" y="9"/>
                      </a:cubicBez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21"/>
                <p:cNvSpPr/>
                <p:nvPr/>
              </p:nvSpPr>
              <p:spPr>
                <a:xfrm>
                  <a:off x="4718957" y="1462921"/>
                  <a:ext cx="233704" cy="45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282" extrusionOk="0">
                      <a:moveTo>
                        <a:pt x="111" y="0"/>
                      </a:moveTo>
                      <a:cubicBezTo>
                        <a:pt x="111" y="0"/>
                        <a:pt x="140" y="14"/>
                        <a:pt x="144" y="47"/>
                      </a:cubicBezTo>
                      <a:cubicBezTo>
                        <a:pt x="148" y="80"/>
                        <a:pt x="124" y="155"/>
                        <a:pt x="120" y="164"/>
                      </a:cubicBezTo>
                      <a:cubicBezTo>
                        <a:pt x="116" y="174"/>
                        <a:pt x="87" y="220"/>
                        <a:pt x="87" y="220"/>
                      </a:cubicBezTo>
                      <a:cubicBezTo>
                        <a:pt x="87" y="220"/>
                        <a:pt x="16" y="296"/>
                        <a:pt x="8" y="280"/>
                      </a:cubicBezTo>
                      <a:cubicBezTo>
                        <a:pt x="-1" y="264"/>
                        <a:pt x="-2" y="232"/>
                        <a:pt x="3" y="205"/>
                      </a:cubicBezTo>
                      <a:cubicBezTo>
                        <a:pt x="9" y="179"/>
                        <a:pt x="40" y="93"/>
                        <a:pt x="44" y="87"/>
                      </a:cubicBezTo>
                      <a:cubicBezTo>
                        <a:pt x="47" y="81"/>
                        <a:pt x="85" y="-2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40825" rIns="81625" bIns="40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21"/>
                <p:cNvSpPr/>
                <p:nvPr/>
              </p:nvSpPr>
              <p:spPr>
                <a:xfrm>
                  <a:off x="5138014" y="1875509"/>
                  <a:ext cx="262716" cy="62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" h="39" extrusionOk="0">
                      <a:moveTo>
                        <a:pt x="4" y="20"/>
                      </a:moveTo>
                      <a:lnTo>
                        <a:pt x="4" y="20"/>
                      </a:lnTo>
                      <a:lnTo>
                        <a:pt x="4" y="20"/>
                      </a:lnTo>
                      <a:cubicBezTo>
                        <a:pt x="12" y="21"/>
                        <a:pt x="20" y="22"/>
                        <a:pt x="29" y="23"/>
                      </a:cubicBezTo>
                      <a:lnTo>
                        <a:pt x="46" y="25"/>
                      </a:lnTo>
                      <a:lnTo>
                        <a:pt x="46" y="25"/>
                      </a:lnTo>
                      <a:lnTo>
                        <a:pt x="46" y="25"/>
                      </a:lnTo>
                      <a:lnTo>
                        <a:pt x="46" y="25"/>
                      </a:lnTo>
                      <a:lnTo>
                        <a:pt x="47" y="25"/>
                      </a:lnTo>
                      <a:lnTo>
                        <a:pt x="48" y="25"/>
                      </a:lnTo>
                      <a:lnTo>
                        <a:pt x="48" y="25"/>
                      </a:lnTo>
                      <a:lnTo>
                        <a:pt x="48" y="25"/>
                      </a:lnTo>
                      <a:lnTo>
                        <a:pt x="48" y="24"/>
                      </a:lnTo>
                      <a:lnTo>
                        <a:pt x="49" y="24"/>
                      </a:lnTo>
                      <a:lnTo>
                        <a:pt x="49" y="24"/>
                      </a:lnTo>
                      <a:lnTo>
                        <a:pt x="50" y="24"/>
                      </a:lnTo>
                      <a:lnTo>
                        <a:pt x="50" y="24"/>
                      </a:lnTo>
                      <a:lnTo>
                        <a:pt x="50" y="24"/>
                      </a:lnTo>
                      <a:lnTo>
                        <a:pt x="51" y="23"/>
                      </a:lnTo>
                      <a:cubicBezTo>
                        <a:pt x="81" y="26"/>
                        <a:pt x="111" y="30"/>
                        <a:pt x="142" y="33"/>
                      </a:cubicBezTo>
                      <a:cubicBezTo>
                        <a:pt x="142" y="34"/>
                        <a:pt x="143" y="35"/>
                        <a:pt x="144" y="36"/>
                      </a:cubicBezTo>
                      <a:lnTo>
                        <a:pt x="144" y="36"/>
                      </a:lnTo>
                      <a:lnTo>
                        <a:pt x="144" y="36"/>
                      </a:lnTo>
                      <a:lnTo>
                        <a:pt x="144" y="36"/>
                      </a:lnTo>
                      <a:lnTo>
                        <a:pt x="144" y="37"/>
                      </a:lnTo>
                      <a:cubicBezTo>
                        <a:pt x="145" y="37"/>
                        <a:pt x="145" y="37"/>
                        <a:pt x="145" y="37"/>
                      </a:cubicBezTo>
                      <a:lnTo>
                        <a:pt x="145" y="37"/>
                      </a:lnTo>
                      <a:lnTo>
                        <a:pt x="145" y="37"/>
                      </a:lnTo>
                      <a:lnTo>
                        <a:pt x="145" y="37"/>
                      </a:lnTo>
                      <a:lnTo>
                        <a:pt x="145" y="37"/>
                      </a:lnTo>
                      <a:lnTo>
                        <a:pt x="145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lnTo>
                        <a:pt x="146" y="37"/>
                      </a:lnTo>
                      <a:cubicBezTo>
                        <a:pt x="149" y="38"/>
                        <a:pt x="153" y="38"/>
                        <a:pt x="156" y="39"/>
                      </a:cubicBezTo>
                      <a:cubicBezTo>
                        <a:pt x="157" y="39"/>
                        <a:pt x="157" y="39"/>
                        <a:pt x="157" y="39"/>
                      </a:cubicBezTo>
                      <a:lnTo>
                        <a:pt x="157" y="39"/>
                      </a:lnTo>
                      <a:cubicBezTo>
                        <a:pt x="158" y="38"/>
                        <a:pt x="158" y="38"/>
                        <a:pt x="158" y="38"/>
                      </a:cubicBezTo>
                      <a:cubicBezTo>
                        <a:pt x="159" y="38"/>
                        <a:pt x="159" y="38"/>
                        <a:pt x="159" y="38"/>
                      </a:cubicBezTo>
                      <a:lnTo>
                        <a:pt x="159" y="38"/>
                      </a:lnTo>
                      <a:cubicBezTo>
                        <a:pt x="159" y="37"/>
                        <a:pt x="160" y="37"/>
                        <a:pt x="160" y="37"/>
                      </a:cubicBezTo>
                      <a:lnTo>
                        <a:pt x="160" y="37"/>
                      </a:lnTo>
                      <a:cubicBezTo>
                        <a:pt x="160" y="36"/>
                        <a:pt x="160" y="36"/>
                        <a:pt x="161" y="36"/>
                      </a:cubicBezTo>
                      <a:lnTo>
                        <a:pt x="161" y="36"/>
                      </a:lnTo>
                      <a:lnTo>
                        <a:pt x="161" y="36"/>
                      </a:lnTo>
                      <a:lnTo>
                        <a:pt x="161" y="35"/>
                      </a:lnTo>
                      <a:lnTo>
                        <a:pt x="161" y="35"/>
                      </a:lnTo>
                      <a:lnTo>
                        <a:pt x="161" y="35"/>
                      </a:lnTo>
                      <a:cubicBezTo>
                        <a:pt x="161" y="34"/>
                        <a:pt x="162" y="34"/>
                        <a:pt x="162" y="34"/>
                      </a:cubicBezTo>
                      <a:lnTo>
                        <a:pt x="162" y="34"/>
                      </a:lnTo>
                      <a:lnTo>
                        <a:pt x="162" y="33"/>
                      </a:lnTo>
                      <a:lnTo>
                        <a:pt x="162" y="33"/>
                      </a:lnTo>
                      <a:lnTo>
                        <a:pt x="162" y="33"/>
                      </a:lnTo>
                      <a:lnTo>
                        <a:pt x="162" y="32"/>
                      </a:lnTo>
                      <a:lnTo>
                        <a:pt x="162" y="32"/>
                      </a:lnTo>
                      <a:lnTo>
                        <a:pt x="162" y="32"/>
                      </a:lnTo>
                      <a:lnTo>
                        <a:pt x="162" y="32"/>
                      </a:lnTo>
                      <a:lnTo>
                        <a:pt x="162" y="32"/>
                      </a:lnTo>
                      <a:lnTo>
                        <a:pt x="163" y="32"/>
                      </a:lnTo>
                      <a:cubicBezTo>
                        <a:pt x="163" y="31"/>
                        <a:pt x="163" y="31"/>
                        <a:pt x="163" y="31"/>
                      </a:cubicBezTo>
                      <a:lnTo>
                        <a:pt x="163" y="31"/>
                      </a:lnTo>
                      <a:lnTo>
                        <a:pt x="163" y="31"/>
                      </a:lnTo>
                      <a:lnTo>
                        <a:pt x="163" y="31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9"/>
                      </a:lnTo>
                      <a:lnTo>
                        <a:pt x="163" y="28"/>
                      </a:lnTo>
                      <a:lnTo>
                        <a:pt x="163" y="28"/>
                      </a:lnTo>
                      <a:lnTo>
                        <a:pt x="163" y="28"/>
                      </a:lnTo>
                      <a:lnTo>
                        <a:pt x="163" y="28"/>
                      </a:lnTo>
                      <a:lnTo>
                        <a:pt x="163" y="28"/>
                      </a:lnTo>
                      <a:cubicBezTo>
                        <a:pt x="163" y="27"/>
                        <a:pt x="163" y="27"/>
                        <a:pt x="163" y="27"/>
                      </a:cubicBezTo>
                      <a:lnTo>
                        <a:pt x="163" y="26"/>
                      </a:lnTo>
                      <a:lnTo>
                        <a:pt x="163" y="26"/>
                      </a:lnTo>
                      <a:lnTo>
                        <a:pt x="163" y="26"/>
                      </a:lnTo>
                      <a:lnTo>
                        <a:pt x="163" y="26"/>
                      </a:lnTo>
                      <a:cubicBezTo>
                        <a:pt x="163" y="25"/>
                        <a:pt x="163" y="25"/>
                        <a:pt x="163" y="25"/>
                      </a:cubicBezTo>
                      <a:lnTo>
                        <a:pt x="163" y="25"/>
                      </a:lnTo>
                      <a:lnTo>
                        <a:pt x="163" y="25"/>
                      </a:lnTo>
                      <a:lnTo>
                        <a:pt x="163" y="25"/>
                      </a:lnTo>
                      <a:lnTo>
                        <a:pt x="163" y="25"/>
                      </a:lnTo>
                      <a:lnTo>
                        <a:pt x="163" y="25"/>
                      </a:lnTo>
                      <a:lnTo>
                        <a:pt x="163" y="25"/>
                      </a:lnTo>
                      <a:lnTo>
                        <a:pt x="163" y="24"/>
                      </a:lnTo>
                      <a:lnTo>
                        <a:pt x="163" y="24"/>
                      </a:lnTo>
                      <a:lnTo>
                        <a:pt x="163" y="24"/>
                      </a:lnTo>
                      <a:lnTo>
                        <a:pt x="163" y="24"/>
                      </a:lnTo>
                      <a:lnTo>
                        <a:pt x="163" y="24"/>
                      </a:lnTo>
                      <a:lnTo>
                        <a:pt x="163" y="23"/>
                      </a:lnTo>
                      <a:lnTo>
                        <a:pt x="163" y="23"/>
                      </a:lnTo>
                      <a:lnTo>
                        <a:pt x="163" y="23"/>
                      </a:lnTo>
                      <a:cubicBezTo>
                        <a:pt x="162" y="23"/>
                        <a:pt x="162" y="23"/>
                        <a:pt x="162" y="23"/>
                      </a:cubicBezTo>
                      <a:cubicBezTo>
                        <a:pt x="162" y="22"/>
                        <a:pt x="162" y="22"/>
                        <a:pt x="162" y="22"/>
                      </a:cubicBezTo>
                      <a:lnTo>
                        <a:pt x="162" y="22"/>
                      </a:lnTo>
                      <a:lnTo>
                        <a:pt x="162" y="21"/>
                      </a:lnTo>
                      <a:lnTo>
                        <a:pt x="162" y="21"/>
                      </a:lnTo>
                      <a:lnTo>
                        <a:pt x="162" y="21"/>
                      </a:lnTo>
                      <a:lnTo>
                        <a:pt x="162" y="21"/>
                      </a:lnTo>
                      <a:lnTo>
                        <a:pt x="161" y="20"/>
                      </a:lnTo>
                      <a:lnTo>
                        <a:pt x="161" y="20"/>
                      </a:lnTo>
                      <a:lnTo>
                        <a:pt x="161" y="20"/>
                      </a:lnTo>
                      <a:lnTo>
                        <a:pt x="161" y="20"/>
                      </a:lnTo>
                      <a:lnTo>
                        <a:pt x="161" y="20"/>
                      </a:lnTo>
                      <a:lnTo>
                        <a:pt x="161" y="19"/>
                      </a:lnTo>
                      <a:lnTo>
                        <a:pt x="161" y="19"/>
                      </a:lnTo>
                      <a:lnTo>
                        <a:pt x="161" y="19"/>
                      </a:lnTo>
                      <a:cubicBezTo>
                        <a:pt x="160" y="19"/>
                        <a:pt x="160" y="19"/>
                        <a:pt x="160" y="19"/>
                      </a:cubicBezTo>
                      <a:lnTo>
                        <a:pt x="160" y="19"/>
                      </a:lnTo>
                      <a:lnTo>
                        <a:pt x="160" y="19"/>
                      </a:lnTo>
                      <a:lnTo>
                        <a:pt x="160" y="19"/>
                      </a:lnTo>
                      <a:lnTo>
                        <a:pt x="160" y="19"/>
                      </a:lnTo>
                      <a:lnTo>
                        <a:pt x="160" y="19"/>
                      </a:lnTo>
                      <a:lnTo>
                        <a:pt x="159" y="19"/>
                      </a:lnTo>
                      <a:lnTo>
                        <a:pt x="159" y="19"/>
                      </a:lnTo>
                      <a:lnTo>
                        <a:pt x="159" y="19"/>
                      </a:lnTo>
                      <a:lnTo>
                        <a:pt x="159" y="19"/>
                      </a:lnTo>
                      <a:lnTo>
                        <a:pt x="149" y="17"/>
                      </a:lnTo>
                      <a:lnTo>
                        <a:pt x="148" y="17"/>
                      </a:lnTo>
                      <a:lnTo>
                        <a:pt x="148" y="17"/>
                      </a:lnTo>
                      <a:lnTo>
                        <a:pt x="148" y="17"/>
                      </a:lnTo>
                      <a:cubicBezTo>
                        <a:pt x="148" y="17"/>
                        <a:pt x="148" y="18"/>
                        <a:pt x="147" y="18"/>
                      </a:cubicBezTo>
                      <a:lnTo>
                        <a:pt x="147" y="18"/>
                      </a:lnTo>
                      <a:lnTo>
                        <a:pt x="147" y="18"/>
                      </a:lnTo>
                      <a:lnTo>
                        <a:pt x="146" y="18"/>
                      </a:lnTo>
                      <a:lnTo>
                        <a:pt x="146" y="18"/>
                      </a:lnTo>
                      <a:cubicBezTo>
                        <a:pt x="145" y="19"/>
                        <a:pt x="144" y="20"/>
                        <a:pt x="143" y="21"/>
                      </a:cubicBezTo>
                      <a:cubicBezTo>
                        <a:pt x="113" y="17"/>
                        <a:pt x="83" y="12"/>
                        <a:pt x="53" y="8"/>
                      </a:cubicBezTo>
                      <a:cubicBezTo>
                        <a:pt x="52" y="7"/>
                        <a:pt x="51" y="7"/>
                        <a:pt x="50" y="6"/>
                      </a:cubicBezTo>
                      <a:lnTo>
                        <a:pt x="50" y="6"/>
                      </a:lnTo>
                      <a:lnTo>
                        <a:pt x="50" y="6"/>
                      </a:lnTo>
                      <a:lnTo>
                        <a:pt x="50" y="6"/>
                      </a:lnTo>
                      <a:lnTo>
                        <a:pt x="50" y="6"/>
                      </a:lnTo>
                      <a:cubicBezTo>
                        <a:pt x="50" y="5"/>
                        <a:pt x="49" y="5"/>
                        <a:pt x="49" y="5"/>
                      </a:cubicBezTo>
                      <a:lnTo>
                        <a:pt x="49" y="5"/>
                      </a:lnTo>
                      <a:lnTo>
                        <a:pt x="49" y="5"/>
                      </a:lnTo>
                      <a:lnTo>
                        <a:pt x="49" y="5"/>
                      </a:lnTo>
                      <a:lnTo>
                        <a:pt x="49" y="5"/>
                      </a:lnTo>
                      <a:lnTo>
                        <a:pt x="49" y="5"/>
                      </a:lnTo>
                      <a:lnTo>
                        <a:pt x="49" y="5"/>
                      </a:lnTo>
                      <a:lnTo>
                        <a:pt x="49" y="5"/>
                      </a:lnTo>
                      <a:cubicBezTo>
                        <a:pt x="48" y="5"/>
                        <a:pt x="48" y="5"/>
                        <a:pt x="48" y="5"/>
                      </a:cubicBezTo>
                      <a:lnTo>
                        <a:pt x="48" y="5"/>
                      </a:lnTo>
                      <a:cubicBezTo>
                        <a:pt x="43" y="4"/>
                        <a:pt x="37" y="4"/>
                        <a:pt x="31" y="3"/>
                      </a:cubicBezTo>
                      <a:lnTo>
                        <a:pt x="7" y="0"/>
                      </a:lnTo>
                      <a:lnTo>
                        <a:pt x="7" y="0"/>
                      </a:lnTo>
                      <a:cubicBezTo>
                        <a:pt x="6" y="0"/>
                        <a:pt x="6" y="0"/>
                        <a:pt x="6" y="0"/>
                      </a:cubicBezTo>
                      <a:lnTo>
                        <a:pt x="5" y="0"/>
                      </a:lnTo>
                      <a:cubicBezTo>
                        <a:pt x="5" y="1"/>
                        <a:pt x="5" y="1"/>
                        <a:pt x="4" y="1"/>
                      </a:cubicBezTo>
                      <a:lnTo>
                        <a:pt x="4" y="1"/>
                      </a:lnTo>
                      <a:lnTo>
                        <a:pt x="4" y="1"/>
                      </a:lnTo>
                      <a:cubicBezTo>
                        <a:pt x="3" y="2"/>
                        <a:pt x="3" y="2"/>
                        <a:pt x="3" y="2"/>
                      </a:cubicBezTo>
                      <a:lnTo>
                        <a:pt x="3" y="2"/>
                      </a:ln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lnTo>
                        <a:pt x="2" y="3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0" y="11"/>
                      </a:lnTo>
                      <a:cubicBezTo>
                        <a:pt x="0" y="12"/>
                        <a:pt x="0" y="12"/>
                        <a:pt x="0" y="12"/>
                      </a:cubicBez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14"/>
                      </a:lnTo>
                      <a:cubicBezTo>
                        <a:pt x="0" y="14"/>
                        <a:pt x="0" y="15"/>
                        <a:pt x="1" y="15"/>
                      </a:cubicBezTo>
                      <a:lnTo>
                        <a:pt x="1" y="15"/>
                      </a:lnTo>
                      <a:lnTo>
                        <a:pt x="1" y="15"/>
                      </a:lnTo>
                      <a:lnTo>
                        <a:pt x="1" y="15"/>
                      </a:lnTo>
                      <a:lnTo>
                        <a:pt x="1" y="15"/>
                      </a:lnTo>
                      <a:cubicBezTo>
                        <a:pt x="1" y="16"/>
                        <a:pt x="1" y="16"/>
                        <a:pt x="1" y="16"/>
                      </a:cubicBezTo>
                      <a:lnTo>
                        <a:pt x="1" y="16"/>
                      </a:lnTo>
                      <a:lnTo>
                        <a:pt x="1" y="16"/>
                      </a:lnTo>
                      <a:cubicBezTo>
                        <a:pt x="1" y="17"/>
                        <a:pt x="1" y="17"/>
                        <a:pt x="1" y="17"/>
                      </a:cubicBezTo>
                      <a:lnTo>
                        <a:pt x="1" y="17"/>
                      </a:lnTo>
                      <a:lnTo>
                        <a:pt x="1" y="17"/>
                      </a:lnTo>
                      <a:lnTo>
                        <a:pt x="1" y="18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2" y="18"/>
                      </a:lnTo>
                      <a:cubicBezTo>
                        <a:pt x="2" y="19"/>
                        <a:pt x="2" y="19"/>
                        <a:pt x="2" y="19"/>
                      </a:cubicBezTo>
                      <a:lnTo>
                        <a:pt x="2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4" y="2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Google Shape;494;p21"/>
                <p:cNvSpPr/>
                <p:nvPr/>
              </p:nvSpPr>
              <p:spPr>
                <a:xfrm>
                  <a:off x="5383001" y="1939975"/>
                  <a:ext cx="107987" cy="5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37" extrusionOk="0">
                      <a:moveTo>
                        <a:pt x="19" y="3"/>
                      </a:moveTo>
                      <a:cubicBezTo>
                        <a:pt x="36" y="-3"/>
                        <a:pt x="53" y="0"/>
                        <a:pt x="63" y="8"/>
                      </a:cubicBezTo>
                      <a:cubicBezTo>
                        <a:pt x="72" y="17"/>
                        <a:pt x="66" y="29"/>
                        <a:pt x="49" y="35"/>
                      </a:cubicBezTo>
                      <a:cubicBezTo>
                        <a:pt x="32" y="40"/>
                        <a:pt x="14" y="38"/>
                        <a:pt x="5" y="29"/>
                      </a:cubicBezTo>
                      <a:cubicBezTo>
                        <a:pt x="-5" y="20"/>
                        <a:pt x="1" y="8"/>
                        <a:pt x="19" y="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" name="Google Shape;495;p21"/>
                <p:cNvSpPr/>
                <p:nvPr/>
              </p:nvSpPr>
              <p:spPr>
                <a:xfrm>
                  <a:off x="5368496" y="1854557"/>
                  <a:ext cx="122493" cy="11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" h="74" extrusionOk="0">
                      <a:moveTo>
                        <a:pt x="70" y="0"/>
                      </a:moveTo>
                      <a:lnTo>
                        <a:pt x="76" y="72"/>
                      </a:lnTo>
                      <a:lnTo>
                        <a:pt x="9" y="74"/>
                      </a:lnTo>
                      <a:lnTo>
                        <a:pt x="0" y="0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" name="Google Shape;496;p21"/>
                <p:cNvSpPr/>
                <p:nvPr/>
              </p:nvSpPr>
              <p:spPr>
                <a:xfrm>
                  <a:off x="5368496" y="1822323"/>
                  <a:ext cx="114434" cy="6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38" extrusionOk="0">
                      <a:moveTo>
                        <a:pt x="18" y="3"/>
                      </a:moveTo>
                      <a:cubicBezTo>
                        <a:pt x="35" y="-2"/>
                        <a:pt x="57" y="1"/>
                        <a:pt x="66" y="9"/>
                      </a:cubicBezTo>
                      <a:cubicBezTo>
                        <a:pt x="76" y="18"/>
                        <a:pt x="69" y="30"/>
                        <a:pt x="52" y="36"/>
                      </a:cubicBezTo>
                      <a:cubicBezTo>
                        <a:pt x="35" y="41"/>
                        <a:pt x="13" y="39"/>
                        <a:pt x="4" y="30"/>
                      </a:cubicBezTo>
                      <a:cubicBezTo>
                        <a:pt x="-5" y="21"/>
                        <a:pt x="1" y="9"/>
                        <a:pt x="18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" name="Google Shape;497;p21"/>
                <p:cNvSpPr/>
                <p:nvPr/>
              </p:nvSpPr>
              <p:spPr>
                <a:xfrm>
                  <a:off x="5034862" y="1864227"/>
                  <a:ext cx="224034" cy="11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73" extrusionOk="0">
                      <a:moveTo>
                        <a:pt x="7" y="42"/>
                      </a:moveTo>
                      <a:cubicBezTo>
                        <a:pt x="7" y="42"/>
                        <a:pt x="19" y="40"/>
                        <a:pt x="22" y="43"/>
                      </a:cubicBezTo>
                      <a:cubicBezTo>
                        <a:pt x="25" y="46"/>
                        <a:pt x="32" y="49"/>
                        <a:pt x="40" y="51"/>
                      </a:cubicBezTo>
                      <a:cubicBezTo>
                        <a:pt x="48" y="53"/>
                        <a:pt x="57" y="54"/>
                        <a:pt x="57" y="54"/>
                      </a:cubicBezTo>
                      <a:cubicBezTo>
                        <a:pt x="57" y="54"/>
                        <a:pt x="62" y="62"/>
                        <a:pt x="62" y="64"/>
                      </a:cubicBezTo>
                      <a:cubicBezTo>
                        <a:pt x="62" y="66"/>
                        <a:pt x="63" y="72"/>
                        <a:pt x="66" y="73"/>
                      </a:cubicBezTo>
                      <a:cubicBezTo>
                        <a:pt x="69" y="73"/>
                        <a:pt x="74" y="74"/>
                        <a:pt x="78" y="72"/>
                      </a:cubicBezTo>
                      <a:cubicBezTo>
                        <a:pt x="83" y="70"/>
                        <a:pt x="83" y="68"/>
                        <a:pt x="83" y="68"/>
                      </a:cubicBezTo>
                      <a:cubicBezTo>
                        <a:pt x="83" y="68"/>
                        <a:pt x="90" y="71"/>
                        <a:pt x="92" y="70"/>
                      </a:cubicBezTo>
                      <a:cubicBezTo>
                        <a:pt x="95" y="70"/>
                        <a:pt x="102" y="62"/>
                        <a:pt x="102" y="62"/>
                      </a:cubicBezTo>
                      <a:cubicBezTo>
                        <a:pt x="102" y="62"/>
                        <a:pt x="106" y="63"/>
                        <a:pt x="111" y="63"/>
                      </a:cubicBezTo>
                      <a:cubicBezTo>
                        <a:pt x="117" y="63"/>
                        <a:pt x="121" y="57"/>
                        <a:pt x="121" y="57"/>
                      </a:cubicBezTo>
                      <a:cubicBezTo>
                        <a:pt x="121" y="57"/>
                        <a:pt x="121" y="62"/>
                        <a:pt x="128" y="55"/>
                      </a:cubicBezTo>
                      <a:cubicBezTo>
                        <a:pt x="135" y="49"/>
                        <a:pt x="137" y="45"/>
                        <a:pt x="137" y="41"/>
                      </a:cubicBezTo>
                      <a:cubicBezTo>
                        <a:pt x="137" y="37"/>
                        <a:pt x="141" y="28"/>
                        <a:pt x="138" y="27"/>
                      </a:cubicBezTo>
                      <a:cubicBezTo>
                        <a:pt x="136" y="26"/>
                        <a:pt x="111" y="4"/>
                        <a:pt x="107" y="3"/>
                      </a:cubicBezTo>
                      <a:cubicBezTo>
                        <a:pt x="103" y="2"/>
                        <a:pt x="38" y="4"/>
                        <a:pt x="28" y="1"/>
                      </a:cubicBezTo>
                      <a:cubicBezTo>
                        <a:pt x="19" y="-1"/>
                        <a:pt x="2" y="11"/>
                        <a:pt x="0" y="20"/>
                      </a:cubicBezTo>
                      <a:cubicBezTo>
                        <a:pt x="-1" y="29"/>
                        <a:pt x="7" y="42"/>
                        <a:pt x="7" y="42"/>
                      </a:cubicBezTo>
                      <a:close/>
                    </a:path>
                  </a:pathLst>
                </a:custGeom>
                <a:solidFill>
                  <a:srgbClr val="745739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21"/>
                <p:cNvSpPr/>
                <p:nvPr/>
              </p:nvSpPr>
              <p:spPr>
                <a:xfrm>
                  <a:off x="5199261" y="1894849"/>
                  <a:ext cx="33847" cy="6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40" extrusionOk="0">
                      <a:moveTo>
                        <a:pt x="0" y="0"/>
                      </a:moveTo>
                      <a:cubicBezTo>
                        <a:pt x="0" y="0"/>
                        <a:pt x="9" y="15"/>
                        <a:pt x="11" y="18"/>
                      </a:cubicBezTo>
                      <a:cubicBezTo>
                        <a:pt x="13" y="21"/>
                        <a:pt x="14" y="26"/>
                        <a:pt x="14" y="26"/>
                      </a:cubicBezTo>
                      <a:lnTo>
                        <a:pt x="19" y="38"/>
                      </a:lnTo>
                      <a:lnTo>
                        <a:pt x="21" y="40"/>
                      </a:lnTo>
                      <a:lnTo>
                        <a:pt x="15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21"/>
                <p:cNvSpPr/>
                <p:nvPr/>
              </p:nvSpPr>
              <p:spPr>
                <a:xfrm>
                  <a:off x="5181532" y="1912577"/>
                  <a:ext cx="17729" cy="54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34" extrusionOk="0">
                      <a:moveTo>
                        <a:pt x="0" y="0"/>
                      </a:moveTo>
                      <a:cubicBezTo>
                        <a:pt x="0" y="0"/>
                        <a:pt x="13" y="31"/>
                        <a:pt x="11" y="32"/>
                      </a:cubicBezTo>
                      <a:cubicBezTo>
                        <a:pt x="10" y="33"/>
                        <a:pt x="9" y="34"/>
                        <a:pt x="9" y="34"/>
                      </a:cubicBezTo>
                      <a:cubicBezTo>
                        <a:pt x="9" y="34"/>
                        <a:pt x="2" y="12"/>
                        <a:pt x="1" y="10"/>
                      </a:cubicBezTo>
                      <a:cubicBezTo>
                        <a:pt x="0" y="8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0" name="Google Shape;500;p21"/>
                <p:cNvSpPr/>
                <p:nvPr/>
              </p:nvSpPr>
              <p:spPr>
                <a:xfrm>
                  <a:off x="5155743" y="1931917"/>
                  <a:ext cx="16118" cy="45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8" extrusionOk="0">
                      <a:moveTo>
                        <a:pt x="0" y="0"/>
                      </a:moveTo>
                      <a:lnTo>
                        <a:pt x="10" y="27"/>
                      </a:lnTo>
                      <a:lnTo>
                        <a:pt x="8" y="26"/>
                      </a:lnTo>
                      <a:lnTo>
                        <a:pt x="6" y="28"/>
                      </a:lnTo>
                      <a:cubicBezTo>
                        <a:pt x="6" y="28"/>
                        <a:pt x="3" y="13"/>
                        <a:pt x="2" y="11"/>
                      </a:cubicBezTo>
                      <a:cubicBezTo>
                        <a:pt x="1" y="9"/>
                        <a:pt x="-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38291A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1" name="Google Shape;501;p21"/>
                <p:cNvSpPr/>
                <p:nvPr/>
              </p:nvSpPr>
              <p:spPr>
                <a:xfrm>
                  <a:off x="4728627" y="1811042"/>
                  <a:ext cx="362644" cy="141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88" extrusionOk="0">
                      <a:moveTo>
                        <a:pt x="37" y="1"/>
                      </a:moveTo>
                      <a:cubicBezTo>
                        <a:pt x="37" y="1"/>
                        <a:pt x="61" y="-3"/>
                        <a:pt x="81" y="4"/>
                      </a:cubicBezTo>
                      <a:cubicBezTo>
                        <a:pt x="101" y="11"/>
                        <a:pt x="154" y="19"/>
                        <a:pt x="177" y="23"/>
                      </a:cubicBezTo>
                      <a:cubicBezTo>
                        <a:pt x="200" y="26"/>
                        <a:pt x="225" y="31"/>
                        <a:pt x="225" y="31"/>
                      </a:cubicBezTo>
                      <a:cubicBezTo>
                        <a:pt x="225" y="31"/>
                        <a:pt x="208" y="37"/>
                        <a:pt x="207" y="51"/>
                      </a:cubicBezTo>
                      <a:cubicBezTo>
                        <a:pt x="206" y="64"/>
                        <a:pt x="208" y="80"/>
                        <a:pt x="208" y="80"/>
                      </a:cubicBezTo>
                      <a:cubicBezTo>
                        <a:pt x="208" y="80"/>
                        <a:pt x="112" y="88"/>
                        <a:pt x="90" y="88"/>
                      </a:cubicBezTo>
                      <a:cubicBezTo>
                        <a:pt x="69" y="87"/>
                        <a:pt x="5" y="72"/>
                        <a:pt x="2" y="64"/>
                      </a:cubicBezTo>
                      <a:cubicBezTo>
                        <a:pt x="-2" y="55"/>
                        <a:pt x="-3" y="17"/>
                        <a:pt x="3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81625" tIns="0" rIns="81625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2" name="Google Shape;502;p21"/>
              <p:cNvSpPr/>
              <p:nvPr/>
            </p:nvSpPr>
            <p:spPr>
              <a:xfrm>
                <a:off x="3627674" y="3213066"/>
                <a:ext cx="883240" cy="510052"/>
              </a:xfrm>
              <a:custGeom>
                <a:avLst/>
                <a:gdLst/>
                <a:ahLst/>
                <a:cxnLst/>
                <a:rect l="l" t="t" r="r" b="b"/>
                <a:pathLst>
                  <a:path w="542" h="313" extrusionOk="0">
                    <a:moveTo>
                      <a:pt x="464" y="268"/>
                    </a:moveTo>
                    <a:cubicBezTo>
                      <a:pt x="358" y="329"/>
                      <a:pt x="187" y="328"/>
                      <a:pt x="81" y="267"/>
                    </a:cubicBezTo>
                    <a:cubicBezTo>
                      <a:pt x="-26" y="206"/>
                      <a:pt x="-26" y="107"/>
                      <a:pt x="79" y="46"/>
                    </a:cubicBezTo>
                    <a:cubicBezTo>
                      <a:pt x="185" y="-15"/>
                      <a:pt x="356" y="-15"/>
                      <a:pt x="463" y="46"/>
                    </a:cubicBezTo>
                    <a:cubicBezTo>
                      <a:pt x="569" y="108"/>
                      <a:pt x="569" y="207"/>
                      <a:pt x="464" y="268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4025297" y="3638381"/>
                <a:ext cx="382955" cy="27376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168" extrusionOk="0">
                    <a:moveTo>
                      <a:pt x="0" y="31"/>
                    </a:moveTo>
                    <a:lnTo>
                      <a:pt x="235" y="168"/>
                    </a:lnTo>
                    <a:lnTo>
                      <a:pt x="235" y="138"/>
                    </a:lnTo>
                    <a:lnTo>
                      <a:pt x="0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14025" rIns="81625" bIns="14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21"/>
              <p:cNvSpPr/>
              <p:nvPr/>
            </p:nvSpPr>
            <p:spPr>
              <a:xfrm>
                <a:off x="4408253" y="3556903"/>
                <a:ext cx="526359" cy="355244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18" extrusionOk="0">
                    <a:moveTo>
                      <a:pt x="0" y="188"/>
                    </a:moveTo>
                    <a:lnTo>
                      <a:pt x="0" y="218"/>
                    </a:lnTo>
                    <a:lnTo>
                      <a:pt x="323" y="30"/>
                    </a:lnTo>
                    <a:lnTo>
                      <a:pt x="323" y="0"/>
                    </a:lnTo>
                    <a:lnTo>
                      <a:pt x="0" y="18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30375" rIns="81625" bIns="303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1"/>
              <p:cNvSpPr/>
              <p:nvPr/>
            </p:nvSpPr>
            <p:spPr>
              <a:xfrm>
                <a:off x="4025297" y="3332024"/>
                <a:ext cx="909314" cy="531237"/>
              </a:xfrm>
              <a:custGeom>
                <a:avLst/>
                <a:gdLst/>
                <a:ahLst/>
                <a:cxnLst/>
                <a:rect l="l" t="t" r="r" b="b"/>
                <a:pathLst>
                  <a:path w="558" h="326" extrusionOk="0">
                    <a:moveTo>
                      <a:pt x="0" y="188"/>
                    </a:moveTo>
                    <a:lnTo>
                      <a:pt x="235" y="326"/>
                    </a:lnTo>
                    <a:lnTo>
                      <a:pt x="558" y="138"/>
                    </a:lnTo>
                    <a:lnTo>
                      <a:pt x="323" y="0"/>
                    </a:lnTo>
                    <a:lnTo>
                      <a:pt x="0" y="1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1"/>
              <p:cNvSpPr/>
              <p:nvPr/>
            </p:nvSpPr>
            <p:spPr>
              <a:xfrm>
                <a:off x="4025297" y="3540607"/>
                <a:ext cx="443250" cy="26561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163" extrusionOk="0">
                    <a:moveTo>
                      <a:pt x="272" y="163"/>
                    </a:moveTo>
                    <a:lnTo>
                      <a:pt x="175" y="163"/>
                    </a:lnTo>
                    <a:lnTo>
                      <a:pt x="0" y="60"/>
                    </a:lnTo>
                    <a:lnTo>
                      <a:pt x="103" y="0"/>
                    </a:lnTo>
                    <a:lnTo>
                      <a:pt x="103" y="62"/>
                    </a:lnTo>
                    <a:lnTo>
                      <a:pt x="272" y="16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12400" rIns="81625" bIns="1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4193146" y="2623165"/>
                <a:ext cx="275402" cy="1183061"/>
              </a:xfrm>
              <a:custGeom>
                <a:avLst/>
                <a:gdLst/>
                <a:ahLst/>
                <a:cxnLst/>
                <a:rect l="l" t="t" r="r" b="b"/>
                <a:pathLst>
                  <a:path w="169" h="726" extrusionOk="0">
                    <a:moveTo>
                      <a:pt x="0" y="625"/>
                    </a:moveTo>
                    <a:lnTo>
                      <a:pt x="169" y="726"/>
                    </a:lnTo>
                    <a:lnTo>
                      <a:pt x="169" y="75"/>
                    </a:lnTo>
                    <a:lnTo>
                      <a:pt x="0" y="0"/>
                    </a:lnTo>
                    <a:lnTo>
                      <a:pt x="0" y="62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>
                <a:off x="4468548" y="2553094"/>
                <a:ext cx="327549" cy="1253132"/>
              </a:xfrm>
              <a:custGeom>
                <a:avLst/>
                <a:gdLst/>
                <a:ahLst/>
                <a:cxnLst/>
                <a:rect l="l" t="t" r="r" b="b"/>
                <a:pathLst>
                  <a:path w="201" h="769" extrusionOk="0">
                    <a:moveTo>
                      <a:pt x="0" y="118"/>
                    </a:moveTo>
                    <a:lnTo>
                      <a:pt x="0" y="769"/>
                    </a:lnTo>
                    <a:lnTo>
                      <a:pt x="201" y="651"/>
                    </a:lnTo>
                    <a:lnTo>
                      <a:pt x="201" y="0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1"/>
              <p:cNvSpPr/>
              <p:nvPr/>
            </p:nvSpPr>
            <p:spPr>
              <a:xfrm>
                <a:off x="4193146" y="2626424"/>
                <a:ext cx="275402" cy="22650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39" extrusionOk="0">
                    <a:moveTo>
                      <a:pt x="0" y="64"/>
                    </a:moveTo>
                    <a:lnTo>
                      <a:pt x="169" y="139"/>
                    </a:lnTo>
                    <a:lnTo>
                      <a:pt x="169" y="74"/>
                    </a:lnTo>
                    <a:lnTo>
                      <a:pt x="0" y="0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550" rIns="81625" bIns="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1"/>
              <p:cNvSpPr/>
              <p:nvPr/>
            </p:nvSpPr>
            <p:spPr>
              <a:xfrm>
                <a:off x="4468548" y="2554724"/>
                <a:ext cx="327549" cy="298209"/>
              </a:xfrm>
              <a:custGeom>
                <a:avLst/>
                <a:gdLst/>
                <a:ahLst/>
                <a:cxnLst/>
                <a:rect l="l" t="t" r="r" b="b"/>
                <a:pathLst>
                  <a:path w="201" h="183" extrusionOk="0">
                    <a:moveTo>
                      <a:pt x="0" y="118"/>
                    </a:moveTo>
                    <a:lnTo>
                      <a:pt x="0" y="183"/>
                    </a:lnTo>
                    <a:lnTo>
                      <a:pt x="201" y="65"/>
                    </a:lnTo>
                    <a:lnTo>
                      <a:pt x="201" y="0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18925" rIns="81625" bIns="189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>
                <a:off x="4044852" y="2489541"/>
                <a:ext cx="319401" cy="347096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13" extrusionOk="0">
                    <a:moveTo>
                      <a:pt x="0" y="52"/>
                    </a:moveTo>
                    <a:lnTo>
                      <a:pt x="196" y="213"/>
                    </a:lnTo>
                    <a:lnTo>
                      <a:pt x="196" y="115"/>
                    </a:lnTo>
                    <a:lnTo>
                      <a:pt x="0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28725" rIns="81625" bIns="287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>
                <a:off x="4364254" y="2329845"/>
                <a:ext cx="598061" cy="506793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11" extrusionOk="0">
                    <a:moveTo>
                      <a:pt x="0" y="213"/>
                    </a:moveTo>
                    <a:lnTo>
                      <a:pt x="0" y="311"/>
                    </a:lnTo>
                    <a:lnTo>
                      <a:pt x="367" y="98"/>
                    </a:lnTo>
                    <a:lnTo>
                      <a:pt x="367" y="0"/>
                    </a:lnTo>
                    <a:lnTo>
                      <a:pt x="0" y="21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>
                <a:off x="4044852" y="2142445"/>
                <a:ext cx="917462" cy="534496"/>
              </a:xfrm>
              <a:custGeom>
                <a:avLst/>
                <a:gdLst/>
                <a:ahLst/>
                <a:cxnLst/>
                <a:rect l="l" t="t" r="r" b="b"/>
                <a:pathLst>
                  <a:path w="563" h="328" extrusionOk="0">
                    <a:moveTo>
                      <a:pt x="563" y="115"/>
                    </a:moveTo>
                    <a:lnTo>
                      <a:pt x="196" y="328"/>
                    </a:lnTo>
                    <a:lnTo>
                      <a:pt x="168" y="312"/>
                    </a:lnTo>
                    <a:lnTo>
                      <a:pt x="0" y="213"/>
                    </a:lnTo>
                    <a:lnTo>
                      <a:pt x="2" y="212"/>
                    </a:lnTo>
                    <a:lnTo>
                      <a:pt x="367" y="0"/>
                    </a:lnTo>
                    <a:lnTo>
                      <a:pt x="563" y="1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1"/>
              <p:cNvSpPr/>
              <p:nvPr/>
            </p:nvSpPr>
            <p:spPr>
              <a:xfrm>
                <a:off x="4582620" y="2178296"/>
                <a:ext cx="316141" cy="177622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94" y="88"/>
                    </a:moveTo>
                    <a:lnTo>
                      <a:pt x="168" y="109"/>
                    </a:lnTo>
                    <a:lnTo>
                      <a:pt x="0" y="10"/>
                    </a:lnTo>
                    <a:lnTo>
                      <a:pt x="17" y="0"/>
                    </a:lnTo>
                    <a:lnTo>
                      <a:pt x="55" y="0"/>
                    </a:lnTo>
                    <a:lnTo>
                      <a:pt x="194" y="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21"/>
              <p:cNvSpPr/>
              <p:nvPr/>
            </p:nvSpPr>
            <p:spPr>
              <a:xfrm>
                <a:off x="4044852" y="2487912"/>
                <a:ext cx="309623" cy="162956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00" extrusionOk="0">
                    <a:moveTo>
                      <a:pt x="190" y="100"/>
                    </a:moveTo>
                    <a:lnTo>
                      <a:pt x="168" y="100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0" y="0"/>
                    </a:lnTo>
                    <a:lnTo>
                      <a:pt x="190" y="1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>
                <a:off x="4492992" y="2763307"/>
                <a:ext cx="270513" cy="845742"/>
              </a:xfrm>
              <a:custGeom>
                <a:avLst/>
                <a:gdLst/>
                <a:ahLst/>
                <a:cxnLst/>
                <a:rect l="l" t="t" r="r" b="b"/>
                <a:pathLst>
                  <a:path w="166" h="519" extrusionOk="0">
                    <a:moveTo>
                      <a:pt x="166" y="0"/>
                    </a:moveTo>
                    <a:lnTo>
                      <a:pt x="166" y="423"/>
                    </a:lnTo>
                    <a:lnTo>
                      <a:pt x="0" y="519"/>
                    </a:lnTo>
                    <a:lnTo>
                      <a:pt x="0" y="96"/>
                    </a:lnTo>
                    <a:lnTo>
                      <a:pt x="149" y="11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>
                <a:off x="4735803" y="2763307"/>
                <a:ext cx="27703" cy="689304"/>
              </a:xfrm>
              <a:custGeom>
                <a:avLst/>
                <a:gdLst/>
                <a:ahLst/>
                <a:cxnLst/>
                <a:rect l="l" t="t" r="r" b="b"/>
                <a:pathLst>
                  <a:path w="17" h="423" extrusionOk="0">
                    <a:moveTo>
                      <a:pt x="17" y="0"/>
                    </a:moveTo>
                    <a:lnTo>
                      <a:pt x="17" y="423"/>
                    </a:lnTo>
                    <a:lnTo>
                      <a:pt x="0" y="412"/>
                    </a:lnTo>
                    <a:lnTo>
                      <a:pt x="0" y="1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4492992" y="3434686"/>
                <a:ext cx="270513" cy="174363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07" extrusionOk="0">
                    <a:moveTo>
                      <a:pt x="166" y="11"/>
                    </a:moveTo>
                    <a:lnTo>
                      <a:pt x="0" y="107"/>
                    </a:lnTo>
                    <a:lnTo>
                      <a:pt x="0" y="86"/>
                    </a:lnTo>
                    <a:lnTo>
                      <a:pt x="149" y="0"/>
                    </a:lnTo>
                    <a:lnTo>
                      <a:pt x="166" y="1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4527214" y="2908338"/>
                <a:ext cx="149923" cy="51983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19" extrusionOk="0">
                    <a:moveTo>
                      <a:pt x="0" y="54"/>
                    </a:moveTo>
                    <a:lnTo>
                      <a:pt x="0" y="319"/>
                    </a:lnTo>
                    <a:lnTo>
                      <a:pt x="92" y="265"/>
                    </a:lnTo>
                    <a:lnTo>
                      <a:pt x="92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>
                <a:off x="4677137" y="2892043"/>
                <a:ext cx="29333" cy="466054"/>
              </a:xfrm>
              <a:custGeom>
                <a:avLst/>
                <a:gdLst/>
                <a:ahLst/>
                <a:cxnLst/>
                <a:rect l="l" t="t" r="r" b="b"/>
                <a:pathLst>
                  <a:path w="18" h="286" extrusionOk="0">
                    <a:moveTo>
                      <a:pt x="18" y="0"/>
                    </a:moveTo>
                    <a:lnTo>
                      <a:pt x="18" y="286"/>
                    </a:lnTo>
                    <a:lnTo>
                      <a:pt x="0" y="275"/>
                    </a:lnTo>
                    <a:lnTo>
                      <a:pt x="0" y="1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4527214" y="3340171"/>
                <a:ext cx="179255" cy="122217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5" extrusionOk="0">
                    <a:moveTo>
                      <a:pt x="110" y="11"/>
                    </a:moveTo>
                    <a:lnTo>
                      <a:pt x="0" y="75"/>
                    </a:lnTo>
                    <a:lnTo>
                      <a:pt x="0" y="54"/>
                    </a:lnTo>
                    <a:lnTo>
                      <a:pt x="92" y="0"/>
                    </a:lnTo>
                    <a:lnTo>
                      <a:pt x="110" y="1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1"/>
              <p:cNvSpPr/>
              <p:nvPr/>
            </p:nvSpPr>
            <p:spPr>
              <a:xfrm>
                <a:off x="4543510" y="2269551"/>
                <a:ext cx="154812" cy="91255"/>
              </a:xfrm>
              <a:custGeom>
                <a:avLst/>
                <a:gdLst/>
                <a:ahLst/>
                <a:cxnLst/>
                <a:rect l="l" t="t" r="r" b="b"/>
                <a:pathLst>
                  <a:path w="95" h="56" extrusionOk="0">
                    <a:moveTo>
                      <a:pt x="81" y="48"/>
                    </a:moveTo>
                    <a:cubicBezTo>
                      <a:pt x="63" y="59"/>
                      <a:pt x="33" y="59"/>
                      <a:pt x="14" y="48"/>
                    </a:cubicBezTo>
                    <a:cubicBezTo>
                      <a:pt x="-5" y="37"/>
                      <a:pt x="-5" y="20"/>
                      <a:pt x="14" y="9"/>
                    </a:cubicBezTo>
                    <a:cubicBezTo>
                      <a:pt x="32" y="-2"/>
                      <a:pt x="62" y="-2"/>
                      <a:pt x="81" y="9"/>
                    </a:cubicBezTo>
                    <a:cubicBezTo>
                      <a:pt x="100" y="20"/>
                      <a:pt x="100" y="37"/>
                      <a:pt x="81" y="4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3A2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3A2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392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382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72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362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352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341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4321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2311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301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C2F1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2E1B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2D1B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2C1A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22B1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2A1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291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A2817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271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251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3241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231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221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B211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1"/>
              <p:cNvSpPr/>
              <p:nvPr/>
            </p:nvSpPr>
            <p:spPr>
              <a:xfrm>
                <a:off x="4724395" y="2311919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9201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1"/>
              <p:cNvSpPr/>
              <p:nvPr/>
            </p:nvSpPr>
            <p:spPr>
              <a:xfrm>
                <a:off x="4592398" y="2261403"/>
                <a:ext cx="122220" cy="70071"/>
              </a:xfrm>
              <a:custGeom>
                <a:avLst/>
                <a:gdLst/>
                <a:ahLst/>
                <a:cxnLst/>
                <a:rect l="l" t="t" r="r" b="b"/>
                <a:pathLst>
                  <a:path w="75" h="43" extrusionOk="0">
                    <a:moveTo>
                      <a:pt x="75" y="21"/>
                    </a:moveTo>
                    <a:cubicBezTo>
                      <a:pt x="75" y="33"/>
                      <a:pt x="58" y="43"/>
                      <a:pt x="37" y="43"/>
                    </a:cubicBezTo>
                    <a:cubicBezTo>
                      <a:pt x="16" y="42"/>
                      <a:pt x="0" y="33"/>
                      <a:pt x="0" y="21"/>
                    </a:cubicBezTo>
                    <a:cubicBezTo>
                      <a:pt x="1" y="9"/>
                      <a:pt x="18" y="-1"/>
                      <a:pt x="38" y="0"/>
                    </a:cubicBezTo>
                    <a:cubicBezTo>
                      <a:pt x="59" y="0"/>
                      <a:pt x="75" y="10"/>
                      <a:pt x="75" y="2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1"/>
              <p:cNvSpPr/>
              <p:nvPr/>
            </p:nvSpPr>
            <p:spPr>
              <a:xfrm>
                <a:off x="4634767" y="2122891"/>
                <a:ext cx="259106" cy="21347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31" extrusionOk="0">
                    <a:moveTo>
                      <a:pt x="0" y="37"/>
                    </a:moveTo>
                    <a:lnTo>
                      <a:pt x="159" y="131"/>
                    </a:lnTo>
                    <a:lnTo>
                      <a:pt x="159" y="70"/>
                    </a:lnTo>
                    <a:lnTo>
                      <a:pt x="0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1950" rIns="81625" bIns="1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1"/>
              <p:cNvSpPr/>
              <p:nvPr/>
            </p:nvSpPr>
            <p:spPr>
              <a:xfrm>
                <a:off x="4354476" y="2225553"/>
                <a:ext cx="562210" cy="42531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61" extrusionOk="0">
                    <a:moveTo>
                      <a:pt x="0" y="200"/>
                    </a:moveTo>
                    <a:lnTo>
                      <a:pt x="0" y="261"/>
                    </a:lnTo>
                    <a:lnTo>
                      <a:pt x="345" y="60"/>
                    </a:lnTo>
                    <a:lnTo>
                      <a:pt x="345" y="0"/>
                    </a:lnTo>
                    <a:lnTo>
                      <a:pt x="0" y="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1"/>
              <p:cNvSpPr/>
              <p:nvPr/>
            </p:nvSpPr>
            <p:spPr>
              <a:xfrm>
                <a:off x="4093740" y="2424359"/>
                <a:ext cx="281920" cy="127106"/>
              </a:xfrm>
              <a:custGeom>
                <a:avLst/>
                <a:gdLst/>
                <a:ahLst/>
                <a:cxnLst/>
                <a:rect l="l" t="t" r="r" b="b"/>
                <a:pathLst>
                  <a:path w="173" h="78" extrusionOk="0">
                    <a:moveTo>
                      <a:pt x="173" y="70"/>
                    </a:moveTo>
                    <a:lnTo>
                      <a:pt x="160" y="78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73" y="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4636371" y="2111458"/>
                <a:ext cx="281920" cy="127106"/>
              </a:xfrm>
              <a:custGeom>
                <a:avLst/>
                <a:gdLst/>
                <a:ahLst/>
                <a:cxnLst/>
                <a:rect l="l" t="t" r="r" b="b"/>
                <a:pathLst>
                  <a:path w="173" h="78" extrusionOk="0">
                    <a:moveTo>
                      <a:pt x="173" y="71"/>
                    </a:moveTo>
                    <a:lnTo>
                      <a:pt x="159" y="78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173" y="7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1"/>
              <p:cNvSpPr/>
              <p:nvPr/>
            </p:nvSpPr>
            <p:spPr>
              <a:xfrm>
                <a:off x="4333265" y="2227156"/>
                <a:ext cx="562210" cy="325912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00" extrusionOk="0">
                    <a:moveTo>
                      <a:pt x="0" y="192"/>
                    </a:moveTo>
                    <a:lnTo>
                      <a:pt x="14" y="200"/>
                    </a:lnTo>
                    <a:lnTo>
                      <a:pt x="345" y="7"/>
                    </a:lnTo>
                    <a:lnTo>
                      <a:pt x="33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24500" rIns="81625" bIns="24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21"/>
              <p:cNvSpPr/>
              <p:nvPr/>
            </p:nvSpPr>
            <p:spPr>
              <a:xfrm>
                <a:off x="4093740" y="2437396"/>
                <a:ext cx="260735" cy="21347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31" extrusionOk="0">
                    <a:moveTo>
                      <a:pt x="0" y="36"/>
                    </a:moveTo>
                    <a:lnTo>
                      <a:pt x="160" y="131"/>
                    </a:lnTo>
                    <a:lnTo>
                      <a:pt x="160" y="70"/>
                    </a:lnTo>
                    <a:lnTo>
                      <a:pt x="0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1950" rIns="81625" bIns="1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22"/>
          <p:cNvGrpSpPr/>
          <p:nvPr/>
        </p:nvGrpSpPr>
        <p:grpSpPr>
          <a:xfrm>
            <a:off x="-94075" y="-14850"/>
            <a:ext cx="9332150" cy="5290225"/>
            <a:chOff x="-93063" y="-14850"/>
            <a:chExt cx="9332150" cy="5290225"/>
          </a:xfrm>
        </p:grpSpPr>
        <p:cxnSp>
          <p:nvCxnSpPr>
            <p:cNvPr id="558" name="Google Shape;558;p22"/>
            <p:cNvCxnSpPr/>
            <p:nvPr/>
          </p:nvCxnSpPr>
          <p:spPr>
            <a:xfrm rot="10800000">
              <a:off x="8907700" y="-14850"/>
              <a:ext cx="0" cy="492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22"/>
            <p:cNvCxnSpPr/>
            <p:nvPr/>
          </p:nvCxnSpPr>
          <p:spPr>
            <a:xfrm rot="10800000">
              <a:off x="-93063" y="2198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22"/>
            <p:cNvCxnSpPr/>
            <p:nvPr/>
          </p:nvCxnSpPr>
          <p:spPr>
            <a:xfrm rot="10800000">
              <a:off x="238475" y="219775"/>
              <a:ext cx="0" cy="5055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22"/>
            <p:cNvCxnSpPr/>
            <p:nvPr/>
          </p:nvCxnSpPr>
          <p:spPr>
            <a:xfrm rot="10800000">
              <a:off x="238487" y="4908900"/>
              <a:ext cx="9000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2" name="Google Shape;562;p22"/>
          <p:cNvGrpSpPr/>
          <p:nvPr/>
        </p:nvGrpSpPr>
        <p:grpSpPr>
          <a:xfrm>
            <a:off x="481700" y="872184"/>
            <a:ext cx="2315505" cy="3792156"/>
            <a:chOff x="6115275" y="734184"/>
            <a:chExt cx="2315505" cy="3792156"/>
          </a:xfrm>
        </p:grpSpPr>
        <p:sp>
          <p:nvSpPr>
            <p:cNvPr id="563" name="Google Shape;563;p22"/>
            <p:cNvSpPr/>
            <p:nvPr/>
          </p:nvSpPr>
          <p:spPr>
            <a:xfrm>
              <a:off x="6115275" y="3190141"/>
              <a:ext cx="2315505" cy="1336199"/>
            </a:xfrm>
            <a:custGeom>
              <a:avLst/>
              <a:gdLst/>
              <a:ahLst/>
              <a:cxnLst/>
              <a:rect l="l" t="t" r="r" b="b"/>
              <a:pathLst>
                <a:path w="2478" h="1430" extrusionOk="0">
                  <a:moveTo>
                    <a:pt x="2118" y="1222"/>
                  </a:moveTo>
                  <a:cubicBezTo>
                    <a:pt x="1636" y="1500"/>
                    <a:pt x="851" y="1499"/>
                    <a:pt x="366" y="1219"/>
                  </a:cubicBezTo>
                  <a:cubicBezTo>
                    <a:pt x="-119" y="939"/>
                    <a:pt x="-122" y="486"/>
                    <a:pt x="361" y="208"/>
                  </a:cubicBezTo>
                  <a:cubicBezTo>
                    <a:pt x="843" y="-70"/>
                    <a:pt x="1627" y="-69"/>
                    <a:pt x="2112" y="212"/>
                  </a:cubicBezTo>
                  <a:cubicBezTo>
                    <a:pt x="2598" y="491"/>
                    <a:pt x="2600" y="944"/>
                    <a:pt x="2118" y="1222"/>
                  </a:cubicBezTo>
                  <a:close/>
                </a:path>
              </a:pathLst>
            </a:custGeom>
            <a:solidFill>
              <a:srgbClr val="2A1401">
                <a:alpha val="12030"/>
              </a:srgbClr>
            </a:solidFill>
            <a:ln>
              <a:noFill/>
            </a:ln>
          </p:spPr>
          <p:txBody>
            <a:bodyPr spcFirstLastPara="1" wrap="square" lIns="81625" tIns="40825" rIns="81625" bIns="40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22"/>
            <p:cNvGrpSpPr/>
            <p:nvPr/>
          </p:nvGrpSpPr>
          <p:grpSpPr>
            <a:xfrm>
              <a:off x="6590267" y="734184"/>
              <a:ext cx="1365507" cy="3522300"/>
              <a:chOff x="8211521" y="894906"/>
              <a:chExt cx="1048133" cy="2703638"/>
            </a:xfrm>
          </p:grpSpPr>
          <p:sp>
            <p:nvSpPr>
              <p:cNvPr id="565" name="Google Shape;565;p22"/>
              <p:cNvSpPr/>
              <p:nvPr/>
            </p:nvSpPr>
            <p:spPr>
              <a:xfrm>
                <a:off x="8211521" y="894906"/>
                <a:ext cx="977051" cy="269717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087" extrusionOk="0">
                    <a:moveTo>
                      <a:pt x="756" y="49"/>
                    </a:moveTo>
                    <a:lnTo>
                      <a:pt x="691" y="9"/>
                    </a:lnTo>
                    <a:cubicBezTo>
                      <a:pt x="689" y="8"/>
                      <a:pt x="688" y="7"/>
                      <a:pt x="686" y="7"/>
                    </a:cubicBezTo>
                    <a:lnTo>
                      <a:pt x="686" y="7"/>
                    </a:lnTo>
                    <a:lnTo>
                      <a:pt x="686" y="7"/>
                    </a:lnTo>
                    <a:cubicBezTo>
                      <a:pt x="676" y="2"/>
                      <a:pt x="666" y="0"/>
                      <a:pt x="656" y="0"/>
                    </a:cubicBezTo>
                    <a:cubicBezTo>
                      <a:pt x="639" y="0"/>
                      <a:pt x="621" y="5"/>
                      <a:pt x="603" y="16"/>
                    </a:cubicBezTo>
                    <a:lnTo>
                      <a:pt x="116" y="297"/>
                    </a:lnTo>
                    <a:cubicBezTo>
                      <a:pt x="51" y="335"/>
                      <a:pt x="0" y="432"/>
                      <a:pt x="0" y="517"/>
                    </a:cubicBezTo>
                    <a:lnTo>
                      <a:pt x="0" y="1937"/>
                    </a:lnTo>
                    <a:cubicBezTo>
                      <a:pt x="0" y="1996"/>
                      <a:pt x="24" y="2031"/>
                      <a:pt x="54" y="2044"/>
                    </a:cubicBezTo>
                    <a:lnTo>
                      <a:pt x="128" y="2087"/>
                    </a:lnTo>
                    <a:lnTo>
                      <a:pt x="163" y="1971"/>
                    </a:lnTo>
                    <a:lnTo>
                      <a:pt x="573" y="1734"/>
                    </a:lnTo>
                    <a:cubicBezTo>
                      <a:pt x="638" y="1696"/>
                      <a:pt x="689" y="1600"/>
                      <a:pt x="689" y="1514"/>
                    </a:cubicBezTo>
                    <a:lnTo>
                      <a:pt x="689" y="266"/>
                    </a:lnTo>
                    <a:lnTo>
                      <a:pt x="756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>
                <a:off x="8301989" y="949185"/>
                <a:ext cx="957665" cy="2649359"/>
              </a:xfrm>
              <a:custGeom>
                <a:avLst/>
                <a:gdLst/>
                <a:ahLst/>
                <a:cxnLst/>
                <a:rect l="l" t="t" r="r" b="b"/>
                <a:pathLst>
                  <a:path w="741" h="2050" extrusionOk="0">
                    <a:moveTo>
                      <a:pt x="85" y="2050"/>
                    </a:moveTo>
                    <a:cubicBezTo>
                      <a:pt x="43" y="2050"/>
                      <a:pt x="0" y="2015"/>
                      <a:pt x="0" y="1937"/>
                    </a:cubicBezTo>
                    <a:lnTo>
                      <a:pt x="0" y="517"/>
                    </a:lnTo>
                    <a:cubicBezTo>
                      <a:pt x="0" y="431"/>
                      <a:pt x="51" y="334"/>
                      <a:pt x="117" y="297"/>
                    </a:cubicBezTo>
                    <a:lnTo>
                      <a:pt x="604" y="16"/>
                    </a:lnTo>
                    <a:cubicBezTo>
                      <a:pt x="621" y="5"/>
                      <a:pt x="639" y="0"/>
                      <a:pt x="656" y="0"/>
                    </a:cubicBezTo>
                    <a:cubicBezTo>
                      <a:pt x="698" y="0"/>
                      <a:pt x="741" y="35"/>
                      <a:pt x="741" y="114"/>
                    </a:cubicBezTo>
                    <a:lnTo>
                      <a:pt x="741" y="1533"/>
                    </a:lnTo>
                    <a:cubicBezTo>
                      <a:pt x="741" y="1619"/>
                      <a:pt x="690" y="1716"/>
                      <a:pt x="624" y="1754"/>
                    </a:cubicBezTo>
                    <a:lnTo>
                      <a:pt x="138" y="2035"/>
                    </a:lnTo>
                    <a:cubicBezTo>
                      <a:pt x="120" y="2045"/>
                      <a:pt x="102" y="2050"/>
                      <a:pt x="85" y="20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22"/>
              <p:cNvSpPr/>
              <p:nvPr/>
            </p:nvSpPr>
            <p:spPr>
              <a:xfrm>
                <a:off x="8339468" y="976325"/>
                <a:ext cx="903384" cy="259637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2009" extrusionOk="0">
                    <a:moveTo>
                      <a:pt x="593" y="1715"/>
                    </a:moveTo>
                    <a:lnTo>
                      <a:pt x="106" y="1996"/>
                    </a:lnTo>
                    <a:cubicBezTo>
                      <a:pt x="47" y="2029"/>
                      <a:pt x="0" y="1994"/>
                      <a:pt x="0" y="1916"/>
                    </a:cubicBezTo>
                    <a:lnTo>
                      <a:pt x="0" y="496"/>
                    </a:lnTo>
                    <a:cubicBezTo>
                      <a:pt x="0" y="418"/>
                      <a:pt x="47" y="328"/>
                      <a:pt x="106" y="294"/>
                    </a:cubicBezTo>
                    <a:lnTo>
                      <a:pt x="593" y="13"/>
                    </a:lnTo>
                    <a:cubicBezTo>
                      <a:pt x="651" y="-21"/>
                      <a:pt x="699" y="15"/>
                      <a:pt x="699" y="93"/>
                    </a:cubicBezTo>
                    <a:lnTo>
                      <a:pt x="699" y="1512"/>
                    </a:lnTo>
                    <a:cubicBezTo>
                      <a:pt x="699" y="1590"/>
                      <a:pt x="651" y="1681"/>
                      <a:pt x="593" y="17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22"/>
              <p:cNvSpPr/>
              <p:nvPr/>
            </p:nvSpPr>
            <p:spPr>
              <a:xfrm>
                <a:off x="8376948" y="1006049"/>
                <a:ext cx="855565" cy="2535630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62" extrusionOk="0">
                    <a:moveTo>
                      <a:pt x="662" y="77"/>
                    </a:moveTo>
                    <a:lnTo>
                      <a:pt x="662" y="1503"/>
                    </a:lnTo>
                    <a:cubicBezTo>
                      <a:pt x="662" y="1568"/>
                      <a:pt x="623" y="1643"/>
                      <a:pt x="574" y="1671"/>
                    </a:cubicBezTo>
                    <a:lnTo>
                      <a:pt x="529" y="1697"/>
                    </a:lnTo>
                    <a:lnTo>
                      <a:pt x="430" y="1754"/>
                    </a:lnTo>
                    <a:lnTo>
                      <a:pt x="324" y="1815"/>
                    </a:lnTo>
                    <a:lnTo>
                      <a:pt x="148" y="1917"/>
                    </a:lnTo>
                    <a:lnTo>
                      <a:pt x="87" y="1952"/>
                    </a:lnTo>
                    <a:cubicBezTo>
                      <a:pt x="75" y="1959"/>
                      <a:pt x="64" y="1962"/>
                      <a:pt x="53" y="1962"/>
                    </a:cubicBezTo>
                    <a:cubicBezTo>
                      <a:pt x="22" y="1963"/>
                      <a:pt x="0" y="1934"/>
                      <a:pt x="0" y="1885"/>
                    </a:cubicBezTo>
                    <a:lnTo>
                      <a:pt x="0" y="459"/>
                    </a:lnTo>
                    <a:cubicBezTo>
                      <a:pt x="0" y="395"/>
                      <a:pt x="39" y="320"/>
                      <a:pt x="87" y="292"/>
                    </a:cubicBezTo>
                    <a:lnTo>
                      <a:pt x="125" y="270"/>
                    </a:lnTo>
                    <a:lnTo>
                      <a:pt x="261" y="191"/>
                    </a:lnTo>
                    <a:lnTo>
                      <a:pt x="330" y="152"/>
                    </a:lnTo>
                    <a:lnTo>
                      <a:pt x="506" y="50"/>
                    </a:lnTo>
                    <a:lnTo>
                      <a:pt x="574" y="11"/>
                    </a:lnTo>
                    <a:cubicBezTo>
                      <a:pt x="609" y="-9"/>
                      <a:pt x="639" y="0"/>
                      <a:pt x="653" y="30"/>
                    </a:cubicBezTo>
                    <a:cubicBezTo>
                      <a:pt x="659" y="43"/>
                      <a:pt x="662" y="58"/>
                      <a:pt x="662" y="7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22"/>
              <p:cNvSpPr/>
              <p:nvPr/>
            </p:nvSpPr>
            <p:spPr>
              <a:xfrm>
                <a:off x="8401504" y="1196028"/>
                <a:ext cx="806454" cy="2141457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657" extrusionOk="0">
                    <a:moveTo>
                      <a:pt x="624" y="1296"/>
                    </a:moveTo>
                    <a:lnTo>
                      <a:pt x="0" y="1657"/>
                    </a:lnTo>
                    <a:lnTo>
                      <a:pt x="0" y="360"/>
                    </a:lnTo>
                    <a:lnTo>
                      <a:pt x="624" y="0"/>
                    </a:lnTo>
                    <a:lnTo>
                      <a:pt x="624" y="1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22"/>
              <p:cNvSpPr/>
              <p:nvPr/>
            </p:nvSpPr>
            <p:spPr>
              <a:xfrm>
                <a:off x="8406673" y="1206367"/>
                <a:ext cx="796115" cy="211819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639" extrusionOk="0">
                    <a:moveTo>
                      <a:pt x="616" y="0"/>
                    </a:moveTo>
                    <a:lnTo>
                      <a:pt x="616" y="1284"/>
                    </a:lnTo>
                    <a:lnTo>
                      <a:pt x="0" y="1639"/>
                    </a:lnTo>
                    <a:lnTo>
                      <a:pt x="0" y="355"/>
                    </a:lnTo>
                    <a:lnTo>
                      <a:pt x="6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/>
                  <a:t> +</a:t>
                </a: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22"/>
              <p:cNvSpPr/>
              <p:nvPr/>
            </p:nvSpPr>
            <p:spPr>
              <a:xfrm>
                <a:off x="8406673" y="2161428"/>
                <a:ext cx="796115" cy="1163133"/>
              </a:xfrm>
              <a:custGeom>
                <a:avLst/>
                <a:gdLst/>
                <a:ahLst/>
                <a:cxnLst/>
                <a:rect l="l" t="t" r="r" b="b"/>
                <a:pathLst>
                  <a:path w="616" h="900" extrusionOk="0">
                    <a:moveTo>
                      <a:pt x="616" y="26"/>
                    </a:moveTo>
                    <a:lnTo>
                      <a:pt x="616" y="545"/>
                    </a:lnTo>
                    <a:lnTo>
                      <a:pt x="0" y="900"/>
                    </a:lnTo>
                    <a:lnTo>
                      <a:pt x="0" y="16"/>
                    </a:lnTo>
                    <a:cubicBezTo>
                      <a:pt x="203" y="-8"/>
                      <a:pt x="414" y="-5"/>
                      <a:pt x="616" y="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22"/>
              <p:cNvSpPr/>
              <p:nvPr/>
            </p:nvSpPr>
            <p:spPr>
              <a:xfrm>
                <a:off x="8301989" y="3345238"/>
                <a:ext cx="37479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29" h="34" extrusionOk="0">
                    <a:moveTo>
                      <a:pt x="29" y="0"/>
                    </a:moveTo>
                    <a:lnTo>
                      <a:pt x="29" y="17"/>
                    </a:lnTo>
                    <a:lnTo>
                      <a:pt x="0" y="34"/>
                    </a:lnTo>
                    <a:lnTo>
                      <a:pt x="0" y="1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22"/>
              <p:cNvSpPr/>
              <p:nvPr/>
            </p:nvSpPr>
            <p:spPr>
              <a:xfrm>
                <a:off x="8301989" y="1706514"/>
                <a:ext cx="37479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29" h="34" extrusionOk="0">
                    <a:moveTo>
                      <a:pt x="29" y="0"/>
                    </a:moveTo>
                    <a:lnTo>
                      <a:pt x="29" y="17"/>
                    </a:lnTo>
                    <a:lnTo>
                      <a:pt x="0" y="34"/>
                    </a:lnTo>
                    <a:lnTo>
                      <a:pt x="0" y="1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>
                <a:off x="8728481" y="1298125"/>
                <a:ext cx="180935" cy="117606"/>
              </a:xfrm>
              <a:custGeom>
                <a:avLst/>
                <a:gdLst/>
                <a:ahLst/>
                <a:cxnLst/>
                <a:rect l="l" t="t" r="r" b="b"/>
                <a:pathLst>
                  <a:path w="140" h="91" extrusionOk="0">
                    <a:moveTo>
                      <a:pt x="129" y="1"/>
                    </a:moveTo>
                    <a:lnTo>
                      <a:pt x="8" y="71"/>
                    </a:lnTo>
                    <a:cubicBezTo>
                      <a:pt x="3" y="74"/>
                      <a:pt x="0" y="79"/>
                      <a:pt x="0" y="84"/>
                    </a:cubicBezTo>
                    <a:cubicBezTo>
                      <a:pt x="0" y="89"/>
                      <a:pt x="6" y="93"/>
                      <a:pt x="11" y="90"/>
                    </a:cubicBezTo>
                    <a:lnTo>
                      <a:pt x="132" y="20"/>
                    </a:lnTo>
                    <a:cubicBezTo>
                      <a:pt x="137" y="17"/>
                      <a:pt x="140" y="12"/>
                      <a:pt x="140" y="7"/>
                    </a:cubicBezTo>
                    <a:cubicBezTo>
                      <a:pt x="140" y="2"/>
                      <a:pt x="134" y="-2"/>
                      <a:pt x="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>
                <a:off x="8747867" y="3107442"/>
                <a:ext cx="182228" cy="21841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69" extrusionOk="0">
                    <a:moveTo>
                      <a:pt x="141" y="68"/>
                    </a:moveTo>
                    <a:cubicBezTo>
                      <a:pt x="142" y="76"/>
                      <a:pt x="140" y="83"/>
                      <a:pt x="137" y="91"/>
                    </a:cubicBezTo>
                    <a:cubicBezTo>
                      <a:pt x="133" y="98"/>
                      <a:pt x="128" y="104"/>
                      <a:pt x="122" y="108"/>
                    </a:cubicBezTo>
                    <a:lnTo>
                      <a:pt x="22" y="166"/>
                    </a:lnTo>
                    <a:cubicBezTo>
                      <a:pt x="15" y="170"/>
                      <a:pt x="9" y="169"/>
                      <a:pt x="5" y="164"/>
                    </a:cubicBezTo>
                    <a:cubicBezTo>
                      <a:pt x="3" y="161"/>
                      <a:pt x="1" y="157"/>
                      <a:pt x="1" y="151"/>
                    </a:cubicBezTo>
                    <a:lnTo>
                      <a:pt x="0" y="99"/>
                    </a:lnTo>
                    <a:cubicBezTo>
                      <a:pt x="0" y="84"/>
                      <a:pt x="8" y="66"/>
                      <a:pt x="19" y="59"/>
                    </a:cubicBezTo>
                    <a:lnTo>
                      <a:pt x="120" y="2"/>
                    </a:lnTo>
                    <a:cubicBezTo>
                      <a:pt x="131" y="-5"/>
                      <a:pt x="140" y="2"/>
                      <a:pt x="140" y="16"/>
                    </a:cubicBezTo>
                    <a:lnTo>
                      <a:pt x="141" y="6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14350" rIns="81625" bIns="14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22"/>
              <p:cNvSpPr/>
              <p:nvPr/>
            </p:nvSpPr>
            <p:spPr>
              <a:xfrm>
                <a:off x="8755621" y="3106150"/>
                <a:ext cx="174473" cy="21970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70" extrusionOk="0">
                    <a:moveTo>
                      <a:pt x="134" y="17"/>
                    </a:moveTo>
                    <a:cubicBezTo>
                      <a:pt x="134" y="8"/>
                      <a:pt x="130" y="2"/>
                      <a:pt x="124" y="0"/>
                    </a:cubicBezTo>
                    <a:cubicBezTo>
                      <a:pt x="127" y="3"/>
                      <a:pt x="128" y="8"/>
                      <a:pt x="128" y="14"/>
                    </a:cubicBezTo>
                    <a:lnTo>
                      <a:pt x="129" y="66"/>
                    </a:lnTo>
                    <a:cubicBezTo>
                      <a:pt x="130" y="73"/>
                      <a:pt x="128" y="81"/>
                      <a:pt x="125" y="88"/>
                    </a:cubicBezTo>
                    <a:cubicBezTo>
                      <a:pt x="121" y="96"/>
                      <a:pt x="116" y="102"/>
                      <a:pt x="110" y="105"/>
                    </a:cubicBezTo>
                    <a:lnTo>
                      <a:pt x="10" y="163"/>
                    </a:lnTo>
                    <a:cubicBezTo>
                      <a:pt x="6" y="165"/>
                      <a:pt x="3" y="166"/>
                      <a:pt x="0" y="166"/>
                    </a:cubicBezTo>
                    <a:cubicBezTo>
                      <a:pt x="4" y="170"/>
                      <a:pt x="10" y="171"/>
                      <a:pt x="16" y="167"/>
                    </a:cubicBezTo>
                    <a:lnTo>
                      <a:pt x="116" y="109"/>
                    </a:lnTo>
                    <a:cubicBezTo>
                      <a:pt x="122" y="105"/>
                      <a:pt x="127" y="99"/>
                      <a:pt x="131" y="92"/>
                    </a:cubicBezTo>
                    <a:cubicBezTo>
                      <a:pt x="134" y="85"/>
                      <a:pt x="136" y="77"/>
                      <a:pt x="135" y="69"/>
                    </a:cubicBezTo>
                    <a:lnTo>
                      <a:pt x="134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14700" rIns="81625" bIns="14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7" name="Google Shape;577;p22"/>
            <p:cNvGrpSpPr/>
            <p:nvPr/>
          </p:nvGrpSpPr>
          <p:grpSpPr>
            <a:xfrm>
              <a:off x="7090636" y="1645205"/>
              <a:ext cx="559507" cy="1670357"/>
              <a:chOff x="2559021" y="1751480"/>
              <a:chExt cx="498314" cy="1487671"/>
            </a:xfrm>
          </p:grpSpPr>
          <p:sp>
            <p:nvSpPr>
              <p:cNvPr id="578" name="Google Shape;578;p22"/>
              <p:cNvSpPr/>
              <p:nvPr/>
            </p:nvSpPr>
            <p:spPr>
              <a:xfrm>
                <a:off x="2612100" y="2992192"/>
                <a:ext cx="427850" cy="246958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40" extrusionOk="0">
                    <a:moveTo>
                      <a:pt x="1132" y="610"/>
                    </a:moveTo>
                    <a:cubicBezTo>
                      <a:pt x="1120" y="618"/>
                      <a:pt x="1108" y="626"/>
                      <a:pt x="1095" y="633"/>
                    </a:cubicBezTo>
                    <a:cubicBezTo>
                      <a:pt x="1091" y="636"/>
                      <a:pt x="1087" y="638"/>
                      <a:pt x="1082" y="640"/>
                    </a:cubicBezTo>
                    <a:cubicBezTo>
                      <a:pt x="1071" y="647"/>
                      <a:pt x="1059" y="653"/>
                      <a:pt x="1046" y="659"/>
                    </a:cubicBezTo>
                    <a:cubicBezTo>
                      <a:pt x="1042" y="661"/>
                      <a:pt x="1037" y="663"/>
                      <a:pt x="1032" y="665"/>
                    </a:cubicBezTo>
                    <a:cubicBezTo>
                      <a:pt x="815" y="761"/>
                      <a:pt x="515" y="766"/>
                      <a:pt x="288" y="678"/>
                    </a:cubicBezTo>
                    <a:cubicBezTo>
                      <a:pt x="253" y="665"/>
                      <a:pt x="220" y="649"/>
                      <a:pt x="189" y="631"/>
                    </a:cubicBezTo>
                    <a:cubicBezTo>
                      <a:pt x="168" y="619"/>
                      <a:pt x="148" y="606"/>
                      <a:pt x="130" y="592"/>
                    </a:cubicBezTo>
                    <a:cubicBezTo>
                      <a:pt x="-60" y="447"/>
                      <a:pt x="-41" y="240"/>
                      <a:pt x="186" y="108"/>
                    </a:cubicBezTo>
                    <a:cubicBezTo>
                      <a:pt x="436" y="-36"/>
                      <a:pt x="842" y="-35"/>
                      <a:pt x="1093" y="110"/>
                    </a:cubicBezTo>
                    <a:cubicBezTo>
                      <a:pt x="1331" y="247"/>
                      <a:pt x="1344" y="465"/>
                      <a:pt x="1132" y="610"/>
                    </a:cubicBezTo>
                    <a:close/>
                  </a:path>
                </a:pathLst>
              </a:custGeom>
              <a:solidFill>
                <a:srgbClr val="2A1401">
                  <a:alpha val="12030"/>
                </a:srgbClr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 flipH="1">
                <a:off x="2738928" y="1802880"/>
                <a:ext cx="6282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88" h="54" extrusionOk="0">
                    <a:moveTo>
                      <a:pt x="87" y="39"/>
                    </a:moveTo>
                    <a:cubicBezTo>
                      <a:pt x="86" y="38"/>
                      <a:pt x="85" y="37"/>
                      <a:pt x="84" y="36"/>
                    </a:cubicBezTo>
                    <a:lnTo>
                      <a:pt x="23" y="2"/>
                    </a:lnTo>
                    <a:cubicBezTo>
                      <a:pt x="18" y="-1"/>
                      <a:pt x="12" y="-1"/>
                      <a:pt x="7" y="2"/>
                    </a:cubicBezTo>
                    <a:lnTo>
                      <a:pt x="4" y="4"/>
                    </a:lnTo>
                    <a:cubicBezTo>
                      <a:pt x="0" y="6"/>
                      <a:pt x="-1" y="11"/>
                      <a:pt x="1" y="15"/>
                    </a:cubicBezTo>
                    <a:cubicBezTo>
                      <a:pt x="2" y="16"/>
                      <a:pt x="3" y="17"/>
                      <a:pt x="4" y="18"/>
                    </a:cubicBezTo>
                    <a:lnTo>
                      <a:pt x="65" y="52"/>
                    </a:lnTo>
                    <a:cubicBezTo>
                      <a:pt x="70" y="55"/>
                      <a:pt x="76" y="55"/>
                      <a:pt x="81" y="52"/>
                    </a:cubicBezTo>
                    <a:lnTo>
                      <a:pt x="84" y="50"/>
                    </a:lnTo>
                    <a:cubicBezTo>
                      <a:pt x="88" y="48"/>
                      <a:pt x="89" y="43"/>
                      <a:pt x="87" y="39"/>
                    </a:cubicBezTo>
                    <a:close/>
                  </a:path>
                </a:pathLst>
              </a:custGeom>
              <a:solidFill>
                <a:srgbClr val="312C3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 flipH="1">
                <a:off x="2718224" y="2579592"/>
                <a:ext cx="13564" cy="15706"/>
              </a:xfrm>
              <a:custGeom>
                <a:avLst/>
                <a:gdLst/>
                <a:ahLst/>
                <a:cxnLst/>
                <a:rect l="l" t="t" r="r" b="b"/>
                <a:pathLst>
                  <a:path w="19" h="22" extrusionOk="0">
                    <a:moveTo>
                      <a:pt x="0" y="0"/>
                    </a:moveTo>
                    <a:lnTo>
                      <a:pt x="0" y="11"/>
                    </a:lnTo>
                    <a:lnTo>
                      <a:pt x="19" y="22"/>
                    </a:lnTo>
                    <a:lnTo>
                      <a:pt x="19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2C3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 flipH="1">
                <a:off x="2745354" y="1805021"/>
                <a:ext cx="6282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88" h="54" extrusionOk="0">
                    <a:moveTo>
                      <a:pt x="88" y="39"/>
                    </a:moveTo>
                    <a:cubicBezTo>
                      <a:pt x="87" y="32"/>
                      <a:pt x="85" y="33"/>
                      <a:pt x="84" y="32"/>
                    </a:cubicBezTo>
                    <a:lnTo>
                      <a:pt x="23" y="2"/>
                    </a:lnTo>
                    <a:cubicBezTo>
                      <a:pt x="18" y="-1"/>
                      <a:pt x="11" y="-1"/>
                      <a:pt x="7" y="2"/>
                    </a:cubicBezTo>
                    <a:lnTo>
                      <a:pt x="4" y="4"/>
                    </a:lnTo>
                    <a:cubicBezTo>
                      <a:pt x="0" y="6"/>
                      <a:pt x="-1" y="11"/>
                      <a:pt x="1" y="15"/>
                    </a:cubicBezTo>
                    <a:cubicBezTo>
                      <a:pt x="2" y="17"/>
                      <a:pt x="3" y="18"/>
                      <a:pt x="4" y="18"/>
                    </a:cubicBezTo>
                    <a:lnTo>
                      <a:pt x="65" y="52"/>
                    </a:lnTo>
                    <a:cubicBezTo>
                      <a:pt x="70" y="55"/>
                      <a:pt x="76" y="55"/>
                      <a:pt x="81" y="52"/>
                    </a:cubicBezTo>
                    <a:lnTo>
                      <a:pt x="84" y="51"/>
                    </a:lnTo>
                    <a:cubicBezTo>
                      <a:pt x="88" y="48"/>
                      <a:pt x="88" y="45"/>
                      <a:pt x="88" y="39"/>
                    </a:cubicBezTo>
                    <a:close/>
                  </a:path>
                </a:pathLst>
              </a:custGeom>
              <a:solidFill>
                <a:srgbClr val="5B615C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 flipH="1">
                <a:off x="2745354" y="1800024"/>
                <a:ext cx="62825" cy="38550"/>
              </a:xfrm>
              <a:custGeom>
                <a:avLst/>
                <a:gdLst/>
                <a:ahLst/>
                <a:cxnLst/>
                <a:rect l="l" t="t" r="r" b="b"/>
                <a:pathLst>
                  <a:path w="88" h="54" extrusionOk="0">
                    <a:moveTo>
                      <a:pt x="87" y="39"/>
                    </a:moveTo>
                    <a:cubicBezTo>
                      <a:pt x="86" y="38"/>
                      <a:pt x="85" y="37"/>
                      <a:pt x="83" y="36"/>
                    </a:cubicBezTo>
                    <a:lnTo>
                      <a:pt x="22" y="2"/>
                    </a:lnTo>
                    <a:cubicBezTo>
                      <a:pt x="18" y="-1"/>
                      <a:pt x="11" y="-1"/>
                      <a:pt x="6" y="2"/>
                    </a:cubicBezTo>
                    <a:lnTo>
                      <a:pt x="4" y="4"/>
                    </a:lnTo>
                    <a:cubicBezTo>
                      <a:pt x="0" y="6"/>
                      <a:pt x="-1" y="11"/>
                      <a:pt x="1" y="15"/>
                    </a:cubicBezTo>
                    <a:cubicBezTo>
                      <a:pt x="2" y="17"/>
                      <a:pt x="3" y="18"/>
                      <a:pt x="4" y="18"/>
                    </a:cubicBezTo>
                    <a:lnTo>
                      <a:pt x="65" y="52"/>
                    </a:lnTo>
                    <a:cubicBezTo>
                      <a:pt x="70" y="55"/>
                      <a:pt x="76" y="55"/>
                      <a:pt x="81" y="52"/>
                    </a:cubicBezTo>
                    <a:lnTo>
                      <a:pt x="84" y="51"/>
                    </a:lnTo>
                    <a:cubicBezTo>
                      <a:pt x="88" y="48"/>
                      <a:pt x="89" y="43"/>
                      <a:pt x="87" y="39"/>
                    </a:cubicBezTo>
                    <a:close/>
                  </a:path>
                </a:pathLst>
              </a:custGeom>
              <a:solidFill>
                <a:srgbClr val="C4C7C7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22"/>
              <p:cNvSpPr/>
              <p:nvPr/>
            </p:nvSpPr>
            <p:spPr>
              <a:xfrm flipH="1">
                <a:off x="2685385" y="1751480"/>
                <a:ext cx="157775" cy="212739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98" extrusionOk="0">
                    <a:moveTo>
                      <a:pt x="0" y="5"/>
                    </a:moveTo>
                    <a:lnTo>
                      <a:pt x="5" y="2"/>
                    </a:lnTo>
                    <a:cubicBezTo>
                      <a:pt x="6" y="1"/>
                      <a:pt x="7" y="1"/>
                      <a:pt x="8" y="1"/>
                    </a:cubicBezTo>
                    <a:lnTo>
                      <a:pt x="8" y="1"/>
                    </a:lnTo>
                    <a:lnTo>
                      <a:pt x="8" y="1"/>
                    </a:lnTo>
                    <a:cubicBezTo>
                      <a:pt x="11" y="-1"/>
                      <a:pt x="15" y="-1"/>
                      <a:pt x="18" y="1"/>
                    </a:cubicBezTo>
                    <a:lnTo>
                      <a:pt x="202" y="107"/>
                    </a:lnTo>
                    <a:cubicBezTo>
                      <a:pt x="214" y="114"/>
                      <a:pt x="221" y="127"/>
                      <a:pt x="221" y="141"/>
                    </a:cubicBezTo>
                    <a:lnTo>
                      <a:pt x="221" y="283"/>
                    </a:lnTo>
                    <a:cubicBezTo>
                      <a:pt x="221" y="288"/>
                      <a:pt x="218" y="292"/>
                      <a:pt x="214" y="294"/>
                    </a:cubicBezTo>
                    <a:lnTo>
                      <a:pt x="214" y="294"/>
                    </a:lnTo>
                    <a:lnTo>
                      <a:pt x="208" y="298"/>
                    </a:lnTo>
                    <a:lnTo>
                      <a:pt x="206" y="296"/>
                    </a:lnTo>
                    <a:cubicBezTo>
                      <a:pt x="205" y="295"/>
                      <a:pt x="203" y="295"/>
                      <a:pt x="202" y="294"/>
                    </a:cubicBezTo>
                    <a:lnTo>
                      <a:pt x="19" y="188"/>
                    </a:lnTo>
                    <a:cubicBezTo>
                      <a:pt x="7" y="181"/>
                      <a:pt x="0" y="169"/>
                      <a:pt x="0" y="155"/>
                    </a:cubicBezTo>
                    <a:lnTo>
                      <a:pt x="0" y="12"/>
                    </a:lnTo>
                    <a:cubicBezTo>
                      <a:pt x="0" y="10"/>
                      <a:pt x="0" y="8"/>
                      <a:pt x="1" y="7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22"/>
              <p:cNvSpPr/>
              <p:nvPr/>
            </p:nvSpPr>
            <p:spPr>
              <a:xfrm flipH="1">
                <a:off x="2752493" y="1984208"/>
                <a:ext cx="16420" cy="57825"/>
              </a:xfrm>
              <a:custGeom>
                <a:avLst/>
                <a:gdLst/>
                <a:ahLst/>
                <a:cxnLst/>
                <a:rect l="l" t="t" r="r" b="b"/>
                <a:pathLst>
                  <a:path w="23" h="81" extrusionOk="0">
                    <a:moveTo>
                      <a:pt x="23" y="47"/>
                    </a:moveTo>
                    <a:lnTo>
                      <a:pt x="23" y="71"/>
                    </a:lnTo>
                    <a:cubicBezTo>
                      <a:pt x="23" y="73"/>
                      <a:pt x="22" y="75"/>
                      <a:pt x="21" y="76"/>
                    </a:cubicBezTo>
                    <a:cubicBezTo>
                      <a:pt x="16" y="82"/>
                      <a:pt x="7" y="82"/>
                      <a:pt x="2" y="76"/>
                    </a:cubicBezTo>
                    <a:cubicBezTo>
                      <a:pt x="0" y="75"/>
                      <a:pt x="0" y="73"/>
                      <a:pt x="0" y="71"/>
                    </a:cubicBezTo>
                    <a:lnTo>
                      <a:pt x="0" y="13"/>
                    </a:lnTo>
                    <a:lnTo>
                      <a:pt x="23" y="0"/>
                    </a:lnTo>
                    <a:lnTo>
                      <a:pt x="23" y="4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2"/>
              <p:cNvSpPr/>
              <p:nvPr/>
            </p:nvSpPr>
            <p:spPr>
              <a:xfrm flipH="1">
                <a:off x="2752493" y="1888547"/>
                <a:ext cx="16420" cy="97089"/>
              </a:xfrm>
              <a:custGeom>
                <a:avLst/>
                <a:gdLst/>
                <a:ahLst/>
                <a:cxnLst/>
                <a:rect l="l" t="t" r="r" b="b"/>
                <a:pathLst>
                  <a:path w="23" h="136" extrusionOk="0">
                    <a:moveTo>
                      <a:pt x="23" y="114"/>
                    </a:moveTo>
                    <a:lnTo>
                      <a:pt x="23" y="4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0" y="136"/>
                    </a:lnTo>
                    <a:lnTo>
                      <a:pt x="23" y="1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3575" rIns="81625" bIns="35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2"/>
              <p:cNvSpPr/>
              <p:nvPr/>
            </p:nvSpPr>
            <p:spPr>
              <a:xfrm flipH="1">
                <a:off x="2734645" y="1884977"/>
                <a:ext cx="49260" cy="64964"/>
              </a:xfrm>
              <a:custGeom>
                <a:avLst/>
                <a:gdLst/>
                <a:ahLst/>
                <a:cxnLst/>
                <a:rect l="l" t="t" r="r" b="b"/>
                <a:pathLst>
                  <a:path w="69" h="91" extrusionOk="0">
                    <a:moveTo>
                      <a:pt x="13" y="65"/>
                    </a:moveTo>
                    <a:lnTo>
                      <a:pt x="54" y="89"/>
                    </a:lnTo>
                    <a:cubicBezTo>
                      <a:pt x="61" y="93"/>
                      <a:pt x="69" y="88"/>
                      <a:pt x="69" y="80"/>
                    </a:cubicBezTo>
                    <a:lnTo>
                      <a:pt x="69" y="40"/>
                    </a:lnTo>
                    <a:lnTo>
                      <a:pt x="0" y="0"/>
                    </a:lnTo>
                    <a:lnTo>
                      <a:pt x="0" y="44"/>
                    </a:lnTo>
                    <a:cubicBezTo>
                      <a:pt x="0" y="53"/>
                      <a:pt x="5" y="61"/>
                      <a:pt x="13" y="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22"/>
              <p:cNvSpPr/>
              <p:nvPr/>
            </p:nvSpPr>
            <p:spPr>
              <a:xfrm flipH="1">
                <a:off x="2738928" y="1887119"/>
                <a:ext cx="49260" cy="64964"/>
              </a:xfrm>
              <a:custGeom>
                <a:avLst/>
                <a:gdLst/>
                <a:ahLst/>
                <a:cxnLst/>
                <a:rect l="l" t="t" r="r" b="b"/>
                <a:pathLst>
                  <a:path w="69" h="91" extrusionOk="0">
                    <a:moveTo>
                      <a:pt x="12" y="65"/>
                    </a:moveTo>
                    <a:lnTo>
                      <a:pt x="53" y="89"/>
                    </a:lnTo>
                    <a:cubicBezTo>
                      <a:pt x="60" y="93"/>
                      <a:pt x="69" y="88"/>
                      <a:pt x="69" y="80"/>
                    </a:cubicBezTo>
                    <a:lnTo>
                      <a:pt x="69" y="40"/>
                    </a:lnTo>
                    <a:lnTo>
                      <a:pt x="0" y="0"/>
                    </a:lnTo>
                    <a:lnTo>
                      <a:pt x="0" y="44"/>
                    </a:lnTo>
                    <a:cubicBezTo>
                      <a:pt x="0" y="53"/>
                      <a:pt x="4" y="61"/>
                      <a:pt x="12" y="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2"/>
              <p:cNvSpPr/>
              <p:nvPr/>
            </p:nvSpPr>
            <p:spPr>
              <a:xfrm flipH="1">
                <a:off x="2689668" y="1753621"/>
                <a:ext cx="157775" cy="211312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96" extrusionOk="0">
                    <a:moveTo>
                      <a:pt x="0" y="12"/>
                    </a:moveTo>
                    <a:lnTo>
                      <a:pt x="0" y="155"/>
                    </a:lnTo>
                    <a:cubicBezTo>
                      <a:pt x="0" y="169"/>
                      <a:pt x="7" y="181"/>
                      <a:pt x="19" y="188"/>
                    </a:cubicBezTo>
                    <a:lnTo>
                      <a:pt x="191" y="288"/>
                    </a:lnTo>
                    <a:lnTo>
                      <a:pt x="202" y="294"/>
                    </a:lnTo>
                    <a:cubicBezTo>
                      <a:pt x="210" y="299"/>
                      <a:pt x="221" y="293"/>
                      <a:pt x="221" y="283"/>
                    </a:cubicBezTo>
                    <a:lnTo>
                      <a:pt x="221" y="141"/>
                    </a:lnTo>
                    <a:cubicBezTo>
                      <a:pt x="221" y="127"/>
                      <a:pt x="214" y="114"/>
                      <a:pt x="202" y="107"/>
                    </a:cubicBezTo>
                    <a:lnTo>
                      <a:pt x="18" y="2"/>
                    </a:lnTo>
                    <a:cubicBezTo>
                      <a:pt x="10" y="-3"/>
                      <a:pt x="0" y="3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2"/>
              <p:cNvSpPr/>
              <p:nvPr/>
            </p:nvSpPr>
            <p:spPr>
              <a:xfrm flipH="1">
                <a:off x="3021640" y="2256200"/>
                <a:ext cx="35696" cy="82811"/>
              </a:xfrm>
              <a:custGeom>
                <a:avLst/>
                <a:gdLst/>
                <a:ahLst/>
                <a:cxnLst/>
                <a:rect l="l" t="t" r="r" b="b"/>
                <a:pathLst>
                  <a:path w="50" h="116" extrusionOk="0">
                    <a:moveTo>
                      <a:pt x="19" y="15"/>
                    </a:moveTo>
                    <a:cubicBezTo>
                      <a:pt x="19" y="15"/>
                      <a:pt x="10" y="40"/>
                      <a:pt x="6" y="47"/>
                    </a:cubicBezTo>
                    <a:cubicBezTo>
                      <a:pt x="2" y="54"/>
                      <a:pt x="0" y="59"/>
                      <a:pt x="0" y="65"/>
                    </a:cubicBezTo>
                    <a:cubicBezTo>
                      <a:pt x="1" y="71"/>
                      <a:pt x="2" y="91"/>
                      <a:pt x="5" y="96"/>
                    </a:cubicBezTo>
                    <a:cubicBezTo>
                      <a:pt x="9" y="101"/>
                      <a:pt x="24" y="116"/>
                      <a:pt x="28" y="116"/>
                    </a:cubicBezTo>
                    <a:cubicBezTo>
                      <a:pt x="32" y="116"/>
                      <a:pt x="36" y="112"/>
                      <a:pt x="36" y="112"/>
                    </a:cubicBezTo>
                    <a:lnTo>
                      <a:pt x="35" y="107"/>
                    </a:lnTo>
                    <a:cubicBezTo>
                      <a:pt x="35" y="107"/>
                      <a:pt x="43" y="111"/>
                      <a:pt x="46" y="111"/>
                    </a:cubicBezTo>
                    <a:cubicBezTo>
                      <a:pt x="48" y="110"/>
                      <a:pt x="48" y="104"/>
                      <a:pt x="48" y="104"/>
                    </a:cubicBezTo>
                    <a:cubicBezTo>
                      <a:pt x="48" y="104"/>
                      <a:pt x="50" y="100"/>
                      <a:pt x="50" y="96"/>
                    </a:cubicBezTo>
                    <a:cubicBezTo>
                      <a:pt x="49" y="93"/>
                      <a:pt x="49" y="91"/>
                      <a:pt x="49" y="91"/>
                    </a:cubicBezTo>
                    <a:cubicBezTo>
                      <a:pt x="49" y="91"/>
                      <a:pt x="47" y="83"/>
                      <a:pt x="45" y="82"/>
                    </a:cubicBezTo>
                    <a:cubicBezTo>
                      <a:pt x="43" y="82"/>
                      <a:pt x="37" y="77"/>
                      <a:pt x="37" y="77"/>
                    </a:cubicBezTo>
                    <a:lnTo>
                      <a:pt x="34" y="64"/>
                    </a:lnTo>
                    <a:cubicBezTo>
                      <a:pt x="34" y="64"/>
                      <a:pt x="41" y="45"/>
                      <a:pt x="41" y="42"/>
                    </a:cubicBezTo>
                    <a:cubicBezTo>
                      <a:pt x="42" y="38"/>
                      <a:pt x="46" y="25"/>
                      <a:pt x="45" y="22"/>
                    </a:cubicBezTo>
                    <a:cubicBezTo>
                      <a:pt x="43" y="18"/>
                      <a:pt x="49" y="0"/>
                      <a:pt x="49" y="0"/>
                    </a:cubicBezTo>
                    <a:cubicBezTo>
                      <a:pt x="49" y="0"/>
                      <a:pt x="23" y="5"/>
                      <a:pt x="19" y="15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2"/>
              <p:cNvSpPr/>
              <p:nvPr/>
            </p:nvSpPr>
            <p:spPr>
              <a:xfrm flipH="1">
                <a:off x="3031634" y="2295464"/>
                <a:ext cx="14992" cy="40692"/>
              </a:xfrm>
              <a:custGeom>
                <a:avLst/>
                <a:gdLst/>
                <a:ahLst/>
                <a:cxnLst/>
                <a:rect l="l" t="t" r="r" b="b"/>
                <a:pathLst>
                  <a:path w="21" h="57" extrusionOk="0">
                    <a:moveTo>
                      <a:pt x="1" y="0"/>
                    </a:moveTo>
                    <a:cubicBezTo>
                      <a:pt x="1" y="0"/>
                      <a:pt x="0" y="21"/>
                      <a:pt x="0" y="23"/>
                    </a:cubicBezTo>
                    <a:cubicBezTo>
                      <a:pt x="-1" y="25"/>
                      <a:pt x="1" y="36"/>
                      <a:pt x="2" y="37"/>
                    </a:cubicBezTo>
                    <a:cubicBezTo>
                      <a:pt x="2" y="38"/>
                      <a:pt x="11" y="48"/>
                      <a:pt x="13" y="50"/>
                    </a:cubicBezTo>
                    <a:cubicBezTo>
                      <a:pt x="14" y="51"/>
                      <a:pt x="21" y="57"/>
                      <a:pt x="21" y="57"/>
                    </a:cubicBezTo>
                    <a:lnTo>
                      <a:pt x="20" y="52"/>
                    </a:lnTo>
                    <a:cubicBezTo>
                      <a:pt x="20" y="52"/>
                      <a:pt x="10" y="43"/>
                      <a:pt x="9" y="41"/>
                    </a:cubicBezTo>
                    <a:cubicBezTo>
                      <a:pt x="9" y="39"/>
                      <a:pt x="3" y="2"/>
                      <a:pt x="1" y="0"/>
                    </a:cubicBezTo>
                    <a:close/>
                  </a:path>
                </a:pathLst>
              </a:custGeom>
              <a:solidFill>
                <a:srgbClr val="AF7D68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2"/>
              <p:cNvSpPr/>
              <p:nvPr/>
            </p:nvSpPr>
            <p:spPr>
              <a:xfrm flipH="1">
                <a:off x="3028779" y="2279044"/>
                <a:ext cx="19276" cy="45689"/>
              </a:xfrm>
              <a:custGeom>
                <a:avLst/>
                <a:gdLst/>
                <a:ahLst/>
                <a:cxnLst/>
                <a:rect l="l" t="t" r="r" b="b"/>
                <a:pathLst>
                  <a:path w="27" h="64" extrusionOk="0">
                    <a:moveTo>
                      <a:pt x="11" y="0"/>
                    </a:moveTo>
                    <a:cubicBezTo>
                      <a:pt x="11" y="0"/>
                      <a:pt x="0" y="6"/>
                      <a:pt x="0" y="16"/>
                    </a:cubicBezTo>
                    <a:cubicBezTo>
                      <a:pt x="1" y="26"/>
                      <a:pt x="5" y="40"/>
                      <a:pt x="5" y="44"/>
                    </a:cubicBezTo>
                    <a:cubicBezTo>
                      <a:pt x="4" y="48"/>
                      <a:pt x="7" y="64"/>
                      <a:pt x="9" y="64"/>
                    </a:cubicBezTo>
                    <a:cubicBezTo>
                      <a:pt x="12" y="65"/>
                      <a:pt x="18" y="62"/>
                      <a:pt x="18" y="61"/>
                    </a:cubicBezTo>
                    <a:cubicBezTo>
                      <a:pt x="19" y="59"/>
                      <a:pt x="18" y="45"/>
                      <a:pt x="18" y="45"/>
                    </a:cubicBezTo>
                    <a:lnTo>
                      <a:pt x="22" y="28"/>
                    </a:lnTo>
                    <a:cubicBezTo>
                      <a:pt x="22" y="28"/>
                      <a:pt x="37" y="-1"/>
                      <a:pt x="11" y="0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2"/>
              <p:cNvSpPr/>
              <p:nvPr/>
            </p:nvSpPr>
            <p:spPr>
              <a:xfrm flipH="1">
                <a:off x="2964526" y="2021330"/>
                <a:ext cx="85670" cy="253431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55" extrusionOk="0">
                    <a:moveTo>
                      <a:pt x="92" y="0"/>
                    </a:moveTo>
                    <a:cubicBezTo>
                      <a:pt x="92" y="0"/>
                      <a:pt x="55" y="11"/>
                      <a:pt x="43" y="82"/>
                    </a:cubicBezTo>
                    <a:cubicBezTo>
                      <a:pt x="40" y="96"/>
                      <a:pt x="39" y="116"/>
                      <a:pt x="38" y="131"/>
                    </a:cubicBezTo>
                    <a:cubicBezTo>
                      <a:pt x="36" y="157"/>
                      <a:pt x="29" y="177"/>
                      <a:pt x="27" y="186"/>
                    </a:cubicBezTo>
                    <a:cubicBezTo>
                      <a:pt x="23" y="201"/>
                      <a:pt x="15" y="234"/>
                      <a:pt x="9" y="289"/>
                    </a:cubicBezTo>
                    <a:cubicBezTo>
                      <a:pt x="2" y="343"/>
                      <a:pt x="0" y="348"/>
                      <a:pt x="0" y="348"/>
                    </a:cubicBezTo>
                    <a:cubicBezTo>
                      <a:pt x="0" y="348"/>
                      <a:pt x="8" y="359"/>
                      <a:pt x="24" y="354"/>
                    </a:cubicBezTo>
                    <a:cubicBezTo>
                      <a:pt x="41" y="349"/>
                      <a:pt x="45" y="346"/>
                      <a:pt x="45" y="346"/>
                    </a:cubicBezTo>
                    <a:lnTo>
                      <a:pt x="99" y="182"/>
                    </a:lnTo>
                    <a:cubicBezTo>
                      <a:pt x="99" y="182"/>
                      <a:pt x="150" y="2"/>
                      <a:pt x="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22"/>
              <p:cNvSpPr/>
              <p:nvPr/>
            </p:nvSpPr>
            <p:spPr>
              <a:xfrm flipH="1">
                <a:off x="2905271" y="2540328"/>
                <a:ext cx="66394" cy="87095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2" extrusionOk="0">
                    <a:moveTo>
                      <a:pt x="47" y="10"/>
                    </a:moveTo>
                    <a:cubicBezTo>
                      <a:pt x="47" y="10"/>
                      <a:pt x="43" y="37"/>
                      <a:pt x="38" y="48"/>
                    </a:cubicBezTo>
                    <a:cubicBezTo>
                      <a:pt x="32" y="58"/>
                      <a:pt x="3" y="79"/>
                      <a:pt x="1" y="87"/>
                    </a:cubicBezTo>
                    <a:cubicBezTo>
                      <a:pt x="-1" y="94"/>
                      <a:pt x="-1" y="111"/>
                      <a:pt x="10" y="118"/>
                    </a:cubicBezTo>
                    <a:cubicBezTo>
                      <a:pt x="20" y="124"/>
                      <a:pt x="40" y="121"/>
                      <a:pt x="40" y="121"/>
                    </a:cubicBezTo>
                    <a:cubicBezTo>
                      <a:pt x="40" y="121"/>
                      <a:pt x="67" y="89"/>
                      <a:pt x="70" y="81"/>
                    </a:cubicBezTo>
                    <a:cubicBezTo>
                      <a:pt x="73" y="74"/>
                      <a:pt x="90" y="53"/>
                      <a:pt x="92" y="50"/>
                    </a:cubicBezTo>
                    <a:cubicBezTo>
                      <a:pt x="94" y="47"/>
                      <a:pt x="89" y="16"/>
                      <a:pt x="81" y="4"/>
                    </a:cubicBezTo>
                    <a:cubicBezTo>
                      <a:pt x="74" y="-7"/>
                      <a:pt x="47" y="10"/>
                      <a:pt x="47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22"/>
              <p:cNvSpPr/>
              <p:nvPr/>
            </p:nvSpPr>
            <p:spPr>
              <a:xfrm flipH="1">
                <a:off x="2874573" y="2546039"/>
                <a:ext cx="54971" cy="91378"/>
              </a:xfrm>
              <a:custGeom>
                <a:avLst/>
                <a:gdLst/>
                <a:ahLst/>
                <a:cxnLst/>
                <a:rect l="l" t="t" r="r" b="b"/>
                <a:pathLst>
                  <a:path w="77" h="128" extrusionOk="0">
                    <a:moveTo>
                      <a:pt x="38" y="8"/>
                    </a:moveTo>
                    <a:cubicBezTo>
                      <a:pt x="38" y="8"/>
                      <a:pt x="23" y="41"/>
                      <a:pt x="25" y="45"/>
                    </a:cubicBezTo>
                    <a:cubicBezTo>
                      <a:pt x="27" y="48"/>
                      <a:pt x="11" y="79"/>
                      <a:pt x="2" y="100"/>
                    </a:cubicBezTo>
                    <a:cubicBezTo>
                      <a:pt x="-3" y="109"/>
                      <a:pt x="1" y="119"/>
                      <a:pt x="2" y="122"/>
                    </a:cubicBezTo>
                    <a:cubicBezTo>
                      <a:pt x="5" y="129"/>
                      <a:pt x="17" y="130"/>
                      <a:pt x="33" y="127"/>
                    </a:cubicBezTo>
                    <a:cubicBezTo>
                      <a:pt x="49" y="123"/>
                      <a:pt x="65" y="102"/>
                      <a:pt x="67" y="95"/>
                    </a:cubicBezTo>
                    <a:cubicBezTo>
                      <a:pt x="68" y="88"/>
                      <a:pt x="69" y="67"/>
                      <a:pt x="70" y="62"/>
                    </a:cubicBezTo>
                    <a:cubicBezTo>
                      <a:pt x="71" y="57"/>
                      <a:pt x="79" y="42"/>
                      <a:pt x="76" y="33"/>
                    </a:cubicBezTo>
                    <a:cubicBezTo>
                      <a:pt x="72" y="23"/>
                      <a:pt x="74" y="0"/>
                      <a:pt x="74" y="0"/>
                    </a:cubicBezTo>
                    <a:lnTo>
                      <a:pt x="38" y="8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81625" tIns="975" rIns="81625" bIns="9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22"/>
              <p:cNvSpPr/>
              <p:nvPr/>
            </p:nvSpPr>
            <p:spPr>
              <a:xfrm flipH="1">
                <a:off x="2904557" y="2264766"/>
                <a:ext cx="99948" cy="29269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410" extrusionOk="0">
                    <a:moveTo>
                      <a:pt x="0" y="0"/>
                    </a:moveTo>
                    <a:cubicBezTo>
                      <a:pt x="0" y="0"/>
                      <a:pt x="-3" y="75"/>
                      <a:pt x="14" y="128"/>
                    </a:cubicBezTo>
                    <a:cubicBezTo>
                      <a:pt x="32" y="182"/>
                      <a:pt x="50" y="227"/>
                      <a:pt x="56" y="248"/>
                    </a:cubicBezTo>
                    <a:cubicBezTo>
                      <a:pt x="62" y="269"/>
                      <a:pt x="82" y="352"/>
                      <a:pt x="85" y="377"/>
                    </a:cubicBezTo>
                    <a:lnTo>
                      <a:pt x="89" y="403"/>
                    </a:lnTo>
                    <a:cubicBezTo>
                      <a:pt x="89" y="403"/>
                      <a:pt x="96" y="413"/>
                      <a:pt x="111" y="410"/>
                    </a:cubicBezTo>
                    <a:cubicBezTo>
                      <a:pt x="127" y="407"/>
                      <a:pt x="137" y="398"/>
                      <a:pt x="139" y="392"/>
                    </a:cubicBezTo>
                    <a:cubicBezTo>
                      <a:pt x="141" y="386"/>
                      <a:pt x="141" y="267"/>
                      <a:pt x="133" y="241"/>
                    </a:cubicBezTo>
                    <a:cubicBezTo>
                      <a:pt x="124" y="215"/>
                      <a:pt x="111" y="88"/>
                      <a:pt x="108" y="73"/>
                    </a:cubicBezTo>
                    <a:cubicBezTo>
                      <a:pt x="104" y="59"/>
                      <a:pt x="82" y="12"/>
                      <a:pt x="82" y="1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22"/>
              <p:cNvSpPr/>
              <p:nvPr/>
            </p:nvSpPr>
            <p:spPr>
              <a:xfrm flipH="1">
                <a:off x="2837449" y="2250489"/>
                <a:ext cx="119938" cy="31554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442" extrusionOk="0">
                    <a:moveTo>
                      <a:pt x="0" y="42"/>
                    </a:moveTo>
                    <a:cubicBezTo>
                      <a:pt x="0" y="42"/>
                      <a:pt x="6" y="76"/>
                      <a:pt x="17" y="93"/>
                    </a:cubicBezTo>
                    <a:cubicBezTo>
                      <a:pt x="28" y="109"/>
                      <a:pt x="39" y="113"/>
                      <a:pt x="39" y="113"/>
                    </a:cubicBezTo>
                    <a:cubicBezTo>
                      <a:pt x="39" y="113"/>
                      <a:pt x="50" y="235"/>
                      <a:pt x="54" y="253"/>
                    </a:cubicBezTo>
                    <a:cubicBezTo>
                      <a:pt x="58" y="271"/>
                      <a:pt x="60" y="347"/>
                      <a:pt x="64" y="367"/>
                    </a:cubicBezTo>
                    <a:cubicBezTo>
                      <a:pt x="68" y="387"/>
                      <a:pt x="74" y="429"/>
                      <a:pt x="74" y="436"/>
                    </a:cubicBezTo>
                    <a:cubicBezTo>
                      <a:pt x="74" y="444"/>
                      <a:pt x="98" y="444"/>
                      <a:pt x="111" y="437"/>
                    </a:cubicBezTo>
                    <a:cubicBezTo>
                      <a:pt x="124" y="429"/>
                      <a:pt x="132" y="356"/>
                      <a:pt x="134" y="345"/>
                    </a:cubicBezTo>
                    <a:cubicBezTo>
                      <a:pt x="136" y="334"/>
                      <a:pt x="137" y="296"/>
                      <a:pt x="134" y="272"/>
                    </a:cubicBezTo>
                    <a:cubicBezTo>
                      <a:pt x="131" y="248"/>
                      <a:pt x="165" y="134"/>
                      <a:pt x="167" y="108"/>
                    </a:cubicBezTo>
                    <a:cubicBezTo>
                      <a:pt x="169" y="81"/>
                      <a:pt x="165" y="22"/>
                      <a:pt x="158" y="4"/>
                    </a:cubicBezTo>
                    <a:cubicBezTo>
                      <a:pt x="151" y="-15"/>
                      <a:pt x="0" y="42"/>
                      <a:pt x="0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22"/>
              <p:cNvSpPr/>
              <p:nvPr/>
            </p:nvSpPr>
            <p:spPr>
              <a:xfrm flipH="1">
                <a:off x="2835308" y="2011336"/>
                <a:ext cx="178479" cy="31125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36" extrusionOk="0">
                    <a:moveTo>
                      <a:pt x="217" y="20"/>
                    </a:moveTo>
                    <a:cubicBezTo>
                      <a:pt x="217" y="20"/>
                      <a:pt x="172" y="4"/>
                      <a:pt x="162" y="1"/>
                    </a:cubicBezTo>
                    <a:cubicBezTo>
                      <a:pt x="152" y="-3"/>
                      <a:pt x="51" y="3"/>
                      <a:pt x="41" y="14"/>
                    </a:cubicBezTo>
                    <a:cubicBezTo>
                      <a:pt x="31" y="24"/>
                      <a:pt x="15" y="67"/>
                      <a:pt x="8" y="98"/>
                    </a:cubicBezTo>
                    <a:cubicBezTo>
                      <a:pt x="1" y="129"/>
                      <a:pt x="-6" y="137"/>
                      <a:pt x="5" y="172"/>
                    </a:cubicBezTo>
                    <a:cubicBezTo>
                      <a:pt x="17" y="207"/>
                      <a:pt x="24" y="236"/>
                      <a:pt x="24" y="236"/>
                    </a:cubicBezTo>
                    <a:cubicBezTo>
                      <a:pt x="24" y="236"/>
                      <a:pt x="7" y="372"/>
                      <a:pt x="7" y="378"/>
                    </a:cubicBezTo>
                    <a:cubicBezTo>
                      <a:pt x="6" y="383"/>
                      <a:pt x="21" y="432"/>
                      <a:pt x="97" y="436"/>
                    </a:cubicBezTo>
                    <a:cubicBezTo>
                      <a:pt x="174" y="441"/>
                      <a:pt x="243" y="395"/>
                      <a:pt x="249" y="375"/>
                    </a:cubicBezTo>
                    <a:cubicBezTo>
                      <a:pt x="253" y="364"/>
                      <a:pt x="228" y="305"/>
                      <a:pt x="225" y="278"/>
                    </a:cubicBezTo>
                    <a:cubicBezTo>
                      <a:pt x="216" y="198"/>
                      <a:pt x="240" y="147"/>
                      <a:pt x="241" y="137"/>
                    </a:cubicBezTo>
                    <a:cubicBezTo>
                      <a:pt x="241" y="127"/>
                      <a:pt x="250" y="46"/>
                      <a:pt x="244" y="37"/>
                    </a:cubicBezTo>
                    <a:cubicBezTo>
                      <a:pt x="239" y="27"/>
                      <a:pt x="217" y="20"/>
                      <a:pt x="217" y="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22"/>
              <p:cNvSpPr/>
              <p:nvPr/>
            </p:nvSpPr>
            <p:spPr>
              <a:xfrm flipH="1">
                <a:off x="2878142" y="2008480"/>
                <a:ext cx="92809" cy="84953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19" extrusionOk="0">
                    <a:moveTo>
                      <a:pt x="21" y="10"/>
                    </a:moveTo>
                    <a:cubicBezTo>
                      <a:pt x="21" y="10"/>
                      <a:pt x="-3" y="44"/>
                      <a:pt x="0" y="66"/>
                    </a:cubicBezTo>
                    <a:cubicBezTo>
                      <a:pt x="3" y="88"/>
                      <a:pt x="14" y="115"/>
                      <a:pt x="31" y="119"/>
                    </a:cubicBezTo>
                    <a:cubicBezTo>
                      <a:pt x="41" y="121"/>
                      <a:pt x="54" y="114"/>
                      <a:pt x="62" y="109"/>
                    </a:cubicBezTo>
                    <a:cubicBezTo>
                      <a:pt x="73" y="103"/>
                      <a:pt x="82" y="95"/>
                      <a:pt x="91" y="86"/>
                    </a:cubicBezTo>
                    <a:cubicBezTo>
                      <a:pt x="103" y="75"/>
                      <a:pt x="116" y="63"/>
                      <a:pt x="123" y="48"/>
                    </a:cubicBezTo>
                    <a:cubicBezTo>
                      <a:pt x="126" y="42"/>
                      <a:pt x="133" y="26"/>
                      <a:pt x="129" y="20"/>
                    </a:cubicBezTo>
                    <a:cubicBezTo>
                      <a:pt x="125" y="15"/>
                      <a:pt x="102" y="3"/>
                      <a:pt x="102" y="3"/>
                    </a:cubicBezTo>
                    <a:cubicBezTo>
                      <a:pt x="102" y="3"/>
                      <a:pt x="66" y="-8"/>
                      <a:pt x="21" y="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flipH="1">
                <a:off x="2895990" y="1976355"/>
                <a:ext cx="61397" cy="75672"/>
              </a:xfrm>
              <a:custGeom>
                <a:avLst/>
                <a:gdLst/>
                <a:ahLst/>
                <a:cxnLst/>
                <a:rect l="l" t="t" r="r" b="b"/>
                <a:pathLst>
                  <a:path w="86" h="106" extrusionOk="0">
                    <a:moveTo>
                      <a:pt x="0" y="37"/>
                    </a:moveTo>
                    <a:cubicBezTo>
                      <a:pt x="0" y="37"/>
                      <a:pt x="4" y="55"/>
                      <a:pt x="5" y="70"/>
                    </a:cubicBezTo>
                    <a:cubicBezTo>
                      <a:pt x="7" y="85"/>
                      <a:pt x="5" y="95"/>
                      <a:pt x="15" y="100"/>
                    </a:cubicBezTo>
                    <a:cubicBezTo>
                      <a:pt x="24" y="105"/>
                      <a:pt x="33" y="109"/>
                      <a:pt x="48" y="101"/>
                    </a:cubicBezTo>
                    <a:cubicBezTo>
                      <a:pt x="63" y="93"/>
                      <a:pt x="73" y="86"/>
                      <a:pt x="80" y="76"/>
                    </a:cubicBezTo>
                    <a:cubicBezTo>
                      <a:pt x="87" y="65"/>
                      <a:pt x="85" y="55"/>
                      <a:pt x="84" y="51"/>
                    </a:cubicBezTo>
                    <a:cubicBezTo>
                      <a:pt x="82" y="47"/>
                      <a:pt x="80" y="34"/>
                      <a:pt x="81" y="22"/>
                    </a:cubicBezTo>
                    <a:cubicBezTo>
                      <a:pt x="81" y="10"/>
                      <a:pt x="86" y="0"/>
                      <a:pt x="86" y="0"/>
                    </a:cubicBezTo>
                    <a:lnTo>
                      <a:pt x="59" y="9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22"/>
              <p:cNvSpPr/>
              <p:nvPr/>
            </p:nvSpPr>
            <p:spPr>
              <a:xfrm flipH="1">
                <a:off x="2945250" y="2017047"/>
                <a:ext cx="20704" cy="47831"/>
              </a:xfrm>
              <a:custGeom>
                <a:avLst/>
                <a:gdLst/>
                <a:ahLst/>
                <a:cxnLst/>
                <a:rect l="l" t="t" r="r" b="b"/>
                <a:pathLst>
                  <a:path w="29" h="67" extrusionOk="0">
                    <a:moveTo>
                      <a:pt x="17" y="8"/>
                    </a:moveTo>
                    <a:lnTo>
                      <a:pt x="17" y="9"/>
                    </a:lnTo>
                    <a:cubicBezTo>
                      <a:pt x="17" y="12"/>
                      <a:pt x="17" y="16"/>
                      <a:pt x="17" y="19"/>
                    </a:cubicBezTo>
                    <a:cubicBezTo>
                      <a:pt x="17" y="25"/>
                      <a:pt x="18" y="32"/>
                      <a:pt x="22" y="38"/>
                    </a:cubicBezTo>
                    <a:cubicBezTo>
                      <a:pt x="23" y="38"/>
                      <a:pt x="28" y="45"/>
                      <a:pt x="29" y="45"/>
                    </a:cubicBezTo>
                    <a:cubicBezTo>
                      <a:pt x="10" y="64"/>
                      <a:pt x="8" y="67"/>
                      <a:pt x="8" y="67"/>
                    </a:cubicBezTo>
                    <a:cubicBezTo>
                      <a:pt x="8" y="67"/>
                      <a:pt x="2" y="53"/>
                      <a:pt x="0" y="39"/>
                    </a:cubicBezTo>
                    <a:cubicBezTo>
                      <a:pt x="-2" y="25"/>
                      <a:pt x="5" y="10"/>
                      <a:pt x="15" y="0"/>
                    </a:cubicBezTo>
                    <a:cubicBezTo>
                      <a:pt x="15" y="0"/>
                      <a:pt x="16" y="4"/>
                      <a:pt x="16" y="5"/>
                    </a:cubicBezTo>
                    <a:cubicBezTo>
                      <a:pt x="16" y="6"/>
                      <a:pt x="16" y="7"/>
                      <a:pt x="17" y="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2"/>
              <p:cNvSpPr/>
              <p:nvPr/>
            </p:nvSpPr>
            <p:spPr>
              <a:xfrm flipH="1">
                <a:off x="2729647" y="1959222"/>
                <a:ext cx="47118" cy="103514"/>
              </a:xfrm>
              <a:custGeom>
                <a:avLst/>
                <a:gdLst/>
                <a:ahLst/>
                <a:cxnLst/>
                <a:rect l="l" t="t" r="r" b="b"/>
                <a:pathLst>
                  <a:path w="66" h="145" extrusionOk="0">
                    <a:moveTo>
                      <a:pt x="53" y="24"/>
                    </a:moveTo>
                    <a:cubicBezTo>
                      <a:pt x="53" y="24"/>
                      <a:pt x="46" y="11"/>
                      <a:pt x="37" y="6"/>
                    </a:cubicBezTo>
                    <a:cubicBezTo>
                      <a:pt x="28" y="2"/>
                      <a:pt x="26" y="-4"/>
                      <a:pt x="19" y="2"/>
                    </a:cubicBezTo>
                    <a:cubicBezTo>
                      <a:pt x="11" y="8"/>
                      <a:pt x="6" y="13"/>
                      <a:pt x="6" y="14"/>
                    </a:cubicBezTo>
                    <a:cubicBezTo>
                      <a:pt x="6" y="16"/>
                      <a:pt x="7" y="20"/>
                      <a:pt x="7" y="20"/>
                    </a:cubicBezTo>
                    <a:cubicBezTo>
                      <a:pt x="7" y="20"/>
                      <a:pt x="5" y="25"/>
                      <a:pt x="4" y="29"/>
                    </a:cubicBezTo>
                    <a:cubicBezTo>
                      <a:pt x="3" y="33"/>
                      <a:pt x="5" y="36"/>
                      <a:pt x="5" y="36"/>
                    </a:cubicBezTo>
                    <a:cubicBezTo>
                      <a:pt x="5" y="36"/>
                      <a:pt x="2" y="40"/>
                      <a:pt x="2" y="44"/>
                    </a:cubicBezTo>
                    <a:cubicBezTo>
                      <a:pt x="2" y="47"/>
                      <a:pt x="2" y="51"/>
                      <a:pt x="2" y="51"/>
                    </a:cubicBezTo>
                    <a:cubicBezTo>
                      <a:pt x="2" y="51"/>
                      <a:pt x="-1" y="59"/>
                      <a:pt x="0" y="62"/>
                    </a:cubicBezTo>
                    <a:cubicBezTo>
                      <a:pt x="0" y="66"/>
                      <a:pt x="7" y="71"/>
                      <a:pt x="7" y="71"/>
                    </a:cubicBezTo>
                    <a:lnTo>
                      <a:pt x="15" y="73"/>
                    </a:lnTo>
                    <a:cubicBezTo>
                      <a:pt x="15" y="73"/>
                      <a:pt x="17" y="92"/>
                      <a:pt x="19" y="95"/>
                    </a:cubicBezTo>
                    <a:cubicBezTo>
                      <a:pt x="21" y="98"/>
                      <a:pt x="25" y="98"/>
                      <a:pt x="26" y="101"/>
                    </a:cubicBezTo>
                    <a:cubicBezTo>
                      <a:pt x="26" y="104"/>
                      <a:pt x="30" y="143"/>
                      <a:pt x="30" y="143"/>
                    </a:cubicBezTo>
                    <a:cubicBezTo>
                      <a:pt x="30" y="143"/>
                      <a:pt x="34" y="147"/>
                      <a:pt x="47" y="143"/>
                    </a:cubicBezTo>
                    <a:cubicBezTo>
                      <a:pt x="61" y="139"/>
                      <a:pt x="66" y="134"/>
                      <a:pt x="66" y="134"/>
                    </a:cubicBezTo>
                    <a:cubicBezTo>
                      <a:pt x="66" y="134"/>
                      <a:pt x="54" y="97"/>
                      <a:pt x="53" y="88"/>
                    </a:cubicBezTo>
                    <a:cubicBezTo>
                      <a:pt x="51" y="79"/>
                      <a:pt x="57" y="32"/>
                      <a:pt x="53" y="24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6525" rIns="81625" bIns="65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 flipH="1">
                <a:off x="2748923" y="1967788"/>
                <a:ext cx="22845" cy="9281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" extrusionOk="0">
                    <a:moveTo>
                      <a:pt x="32" y="13"/>
                    </a:moveTo>
                    <a:cubicBezTo>
                      <a:pt x="32" y="13"/>
                      <a:pt x="19" y="1"/>
                      <a:pt x="18" y="0"/>
                    </a:cubicBezTo>
                    <a:cubicBezTo>
                      <a:pt x="17" y="0"/>
                      <a:pt x="0" y="8"/>
                      <a:pt x="0" y="8"/>
                    </a:cubicBezTo>
                    <a:lnTo>
                      <a:pt x="16" y="7"/>
                    </a:lnTo>
                    <a:lnTo>
                      <a:pt x="32" y="13"/>
                    </a:lnTo>
                    <a:close/>
                  </a:path>
                </a:pathLst>
              </a:custGeom>
              <a:solidFill>
                <a:srgbClr val="AF7D68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2"/>
              <p:cNvSpPr/>
              <p:nvPr/>
            </p:nvSpPr>
            <p:spPr>
              <a:xfrm flipH="1">
                <a:off x="2751065" y="1982780"/>
                <a:ext cx="23559" cy="3569"/>
              </a:xfrm>
              <a:custGeom>
                <a:avLst/>
                <a:gdLst/>
                <a:ahLst/>
                <a:cxnLst/>
                <a:rect l="l" t="t" r="r" b="b"/>
                <a:pathLst>
                  <a:path w="33" h="5" extrusionOk="0">
                    <a:moveTo>
                      <a:pt x="33" y="5"/>
                    </a:moveTo>
                    <a:cubicBezTo>
                      <a:pt x="33" y="5"/>
                      <a:pt x="22" y="2"/>
                      <a:pt x="14" y="1"/>
                    </a:cubicBezTo>
                    <a:cubicBezTo>
                      <a:pt x="7" y="0"/>
                      <a:pt x="2" y="0"/>
                      <a:pt x="1" y="0"/>
                    </a:cubicBezTo>
                    <a:cubicBezTo>
                      <a:pt x="-2" y="1"/>
                      <a:pt x="2" y="3"/>
                      <a:pt x="2" y="3"/>
                    </a:cubicBezTo>
                    <a:lnTo>
                      <a:pt x="13" y="3"/>
                    </a:lnTo>
                    <a:lnTo>
                      <a:pt x="33" y="5"/>
                    </a:lnTo>
                    <a:close/>
                  </a:path>
                </a:pathLst>
              </a:custGeom>
              <a:solidFill>
                <a:srgbClr val="AF7D68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2"/>
              <p:cNvSpPr/>
              <p:nvPr/>
            </p:nvSpPr>
            <p:spPr>
              <a:xfrm flipH="1">
                <a:off x="2757490" y="1995630"/>
                <a:ext cx="18562" cy="1428"/>
              </a:xfrm>
              <a:custGeom>
                <a:avLst/>
                <a:gdLst/>
                <a:ahLst/>
                <a:cxnLst/>
                <a:rect l="l" t="t" r="r" b="b"/>
                <a:pathLst>
                  <a:path w="26" h="2" extrusionOk="0">
                    <a:moveTo>
                      <a:pt x="26" y="2"/>
                    </a:moveTo>
                    <a:cubicBezTo>
                      <a:pt x="26" y="2"/>
                      <a:pt x="11" y="2"/>
                      <a:pt x="9" y="2"/>
                    </a:cubicBezTo>
                    <a:cubicBezTo>
                      <a:pt x="7" y="1"/>
                      <a:pt x="0" y="2"/>
                      <a:pt x="0" y="2"/>
                    </a:cubicBezTo>
                    <a:lnTo>
                      <a:pt x="1" y="0"/>
                    </a:lnTo>
                    <a:cubicBezTo>
                      <a:pt x="1" y="0"/>
                      <a:pt x="14" y="1"/>
                      <a:pt x="16" y="1"/>
                    </a:cubicBezTo>
                    <a:cubicBezTo>
                      <a:pt x="18" y="1"/>
                      <a:pt x="26" y="2"/>
                      <a:pt x="26" y="2"/>
                    </a:cubicBezTo>
                    <a:close/>
                  </a:path>
                </a:pathLst>
              </a:custGeom>
              <a:solidFill>
                <a:srgbClr val="AF7D68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2"/>
              <p:cNvSpPr/>
              <p:nvPr/>
            </p:nvSpPr>
            <p:spPr>
              <a:xfrm flipH="1">
                <a:off x="2890993" y="1905680"/>
                <a:ext cx="83528" cy="109939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4" extrusionOk="0">
                    <a:moveTo>
                      <a:pt x="20" y="7"/>
                    </a:moveTo>
                    <a:cubicBezTo>
                      <a:pt x="20" y="7"/>
                      <a:pt x="7" y="14"/>
                      <a:pt x="3" y="35"/>
                    </a:cubicBezTo>
                    <a:cubicBezTo>
                      <a:pt x="0" y="56"/>
                      <a:pt x="3" y="62"/>
                      <a:pt x="2" y="68"/>
                    </a:cubicBezTo>
                    <a:cubicBezTo>
                      <a:pt x="2" y="74"/>
                      <a:pt x="-5" y="96"/>
                      <a:pt x="8" y="127"/>
                    </a:cubicBezTo>
                    <a:cubicBezTo>
                      <a:pt x="21" y="158"/>
                      <a:pt x="23" y="153"/>
                      <a:pt x="31" y="154"/>
                    </a:cubicBezTo>
                    <a:cubicBezTo>
                      <a:pt x="39" y="154"/>
                      <a:pt x="69" y="146"/>
                      <a:pt x="80" y="141"/>
                    </a:cubicBezTo>
                    <a:cubicBezTo>
                      <a:pt x="91" y="136"/>
                      <a:pt x="111" y="97"/>
                      <a:pt x="113" y="95"/>
                    </a:cubicBezTo>
                    <a:cubicBezTo>
                      <a:pt x="114" y="93"/>
                      <a:pt x="122" y="50"/>
                      <a:pt x="111" y="29"/>
                    </a:cubicBezTo>
                    <a:cubicBezTo>
                      <a:pt x="101" y="7"/>
                      <a:pt x="46" y="-10"/>
                      <a:pt x="20" y="7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9450" rIns="81625" bIns="94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2"/>
              <p:cNvSpPr/>
              <p:nvPr/>
            </p:nvSpPr>
            <p:spPr>
              <a:xfrm flipH="1">
                <a:off x="2858867" y="1887833"/>
                <a:ext cx="114940" cy="137781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93" extrusionOk="0">
                    <a:moveTo>
                      <a:pt x="98" y="82"/>
                    </a:moveTo>
                    <a:cubicBezTo>
                      <a:pt x="98" y="82"/>
                      <a:pt x="87" y="75"/>
                      <a:pt x="81" y="66"/>
                    </a:cubicBezTo>
                    <a:cubicBezTo>
                      <a:pt x="75" y="57"/>
                      <a:pt x="58" y="44"/>
                      <a:pt x="50" y="42"/>
                    </a:cubicBezTo>
                    <a:cubicBezTo>
                      <a:pt x="42" y="40"/>
                      <a:pt x="19" y="36"/>
                      <a:pt x="13" y="41"/>
                    </a:cubicBezTo>
                    <a:cubicBezTo>
                      <a:pt x="7" y="46"/>
                      <a:pt x="1" y="74"/>
                      <a:pt x="1" y="74"/>
                    </a:cubicBezTo>
                    <a:cubicBezTo>
                      <a:pt x="1" y="74"/>
                      <a:pt x="-2" y="65"/>
                      <a:pt x="1" y="53"/>
                    </a:cubicBezTo>
                    <a:cubicBezTo>
                      <a:pt x="3" y="41"/>
                      <a:pt x="10" y="30"/>
                      <a:pt x="21" y="21"/>
                    </a:cubicBezTo>
                    <a:cubicBezTo>
                      <a:pt x="33" y="11"/>
                      <a:pt x="40" y="4"/>
                      <a:pt x="60" y="1"/>
                    </a:cubicBezTo>
                    <a:cubicBezTo>
                      <a:pt x="81" y="-2"/>
                      <a:pt x="83" y="4"/>
                      <a:pt x="83" y="4"/>
                    </a:cubicBezTo>
                    <a:cubicBezTo>
                      <a:pt x="83" y="4"/>
                      <a:pt x="95" y="-3"/>
                      <a:pt x="110" y="14"/>
                    </a:cubicBezTo>
                    <a:cubicBezTo>
                      <a:pt x="125" y="32"/>
                      <a:pt x="131" y="49"/>
                      <a:pt x="138" y="90"/>
                    </a:cubicBezTo>
                    <a:cubicBezTo>
                      <a:pt x="145" y="131"/>
                      <a:pt x="147" y="158"/>
                      <a:pt x="152" y="171"/>
                    </a:cubicBezTo>
                    <a:cubicBezTo>
                      <a:pt x="156" y="183"/>
                      <a:pt x="161" y="193"/>
                      <a:pt x="161" y="193"/>
                    </a:cubicBezTo>
                    <a:cubicBezTo>
                      <a:pt x="161" y="193"/>
                      <a:pt x="131" y="187"/>
                      <a:pt x="118" y="179"/>
                    </a:cubicBezTo>
                    <a:cubicBezTo>
                      <a:pt x="106" y="172"/>
                      <a:pt x="103" y="174"/>
                      <a:pt x="102" y="164"/>
                    </a:cubicBezTo>
                    <a:cubicBezTo>
                      <a:pt x="101" y="155"/>
                      <a:pt x="105" y="131"/>
                      <a:pt x="105" y="131"/>
                    </a:cubicBezTo>
                    <a:cubicBezTo>
                      <a:pt x="105" y="131"/>
                      <a:pt x="108" y="99"/>
                      <a:pt x="109" y="99"/>
                    </a:cubicBezTo>
                    <a:cubicBezTo>
                      <a:pt x="109" y="98"/>
                      <a:pt x="106" y="98"/>
                      <a:pt x="106" y="98"/>
                    </a:cubicBezTo>
                    <a:cubicBezTo>
                      <a:pt x="106" y="98"/>
                      <a:pt x="105" y="114"/>
                      <a:pt x="103" y="117"/>
                    </a:cubicBezTo>
                    <a:cubicBezTo>
                      <a:pt x="101" y="120"/>
                      <a:pt x="99" y="126"/>
                      <a:pt x="99" y="126"/>
                    </a:cubicBezTo>
                    <a:cubicBezTo>
                      <a:pt x="99" y="126"/>
                      <a:pt x="99" y="113"/>
                      <a:pt x="101" y="104"/>
                    </a:cubicBezTo>
                    <a:cubicBezTo>
                      <a:pt x="103" y="95"/>
                      <a:pt x="98" y="82"/>
                      <a:pt x="98" y="82"/>
                    </a:cubicBezTo>
                    <a:close/>
                  </a:path>
                </a:pathLst>
              </a:custGeom>
              <a:solidFill>
                <a:srgbClr val="6A3120"/>
              </a:solidFill>
              <a:ln>
                <a:noFill/>
              </a:ln>
            </p:spPr>
            <p:txBody>
              <a:bodyPr spcFirstLastPara="1" wrap="square" lIns="81625" tIns="22200" rIns="81625" bIns="22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2"/>
              <p:cNvSpPr/>
              <p:nvPr/>
            </p:nvSpPr>
            <p:spPr>
              <a:xfrm flipH="1">
                <a:off x="2891707" y="2003483"/>
                <a:ext cx="53544" cy="66392"/>
              </a:xfrm>
              <a:custGeom>
                <a:avLst/>
                <a:gdLst/>
                <a:ahLst/>
                <a:cxnLst/>
                <a:rect l="l" t="t" r="r" b="b"/>
                <a:pathLst>
                  <a:path w="75" h="93" extrusionOk="0">
                    <a:moveTo>
                      <a:pt x="62" y="3"/>
                    </a:moveTo>
                    <a:cubicBezTo>
                      <a:pt x="62" y="2"/>
                      <a:pt x="62" y="1"/>
                      <a:pt x="62" y="0"/>
                    </a:cubicBezTo>
                    <a:cubicBezTo>
                      <a:pt x="63" y="2"/>
                      <a:pt x="64" y="5"/>
                      <a:pt x="65" y="8"/>
                    </a:cubicBezTo>
                    <a:cubicBezTo>
                      <a:pt x="67" y="10"/>
                      <a:pt x="69" y="13"/>
                      <a:pt x="70" y="15"/>
                    </a:cubicBezTo>
                    <a:cubicBezTo>
                      <a:pt x="73" y="21"/>
                      <a:pt x="75" y="27"/>
                      <a:pt x="75" y="34"/>
                    </a:cubicBezTo>
                    <a:cubicBezTo>
                      <a:pt x="74" y="45"/>
                      <a:pt x="60" y="60"/>
                      <a:pt x="41" y="73"/>
                    </a:cubicBezTo>
                    <a:cubicBezTo>
                      <a:pt x="22" y="86"/>
                      <a:pt x="18" y="93"/>
                      <a:pt x="18" y="93"/>
                    </a:cubicBezTo>
                    <a:lnTo>
                      <a:pt x="0" y="64"/>
                    </a:lnTo>
                    <a:cubicBezTo>
                      <a:pt x="0" y="64"/>
                      <a:pt x="35" y="48"/>
                      <a:pt x="43" y="42"/>
                    </a:cubicBezTo>
                    <a:cubicBezTo>
                      <a:pt x="49" y="37"/>
                      <a:pt x="55" y="31"/>
                      <a:pt x="59" y="24"/>
                    </a:cubicBezTo>
                    <a:cubicBezTo>
                      <a:pt x="61" y="21"/>
                      <a:pt x="63" y="16"/>
                      <a:pt x="63" y="12"/>
                    </a:cubicBezTo>
                    <a:cubicBezTo>
                      <a:pt x="63" y="10"/>
                      <a:pt x="62" y="8"/>
                      <a:pt x="62" y="6"/>
                    </a:cubicBezTo>
                    <a:cubicBezTo>
                      <a:pt x="62" y="5"/>
                      <a:pt x="62" y="4"/>
                      <a:pt x="62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2"/>
              <p:cNvSpPr/>
              <p:nvPr/>
            </p:nvSpPr>
            <p:spPr>
              <a:xfrm flipH="1">
                <a:off x="2885995" y="1953510"/>
                <a:ext cx="13564" cy="27842"/>
              </a:xfrm>
              <a:custGeom>
                <a:avLst/>
                <a:gdLst/>
                <a:ahLst/>
                <a:cxnLst/>
                <a:rect l="l" t="t" r="r" b="b"/>
                <a:pathLst>
                  <a:path w="19" h="39" extrusionOk="0">
                    <a:moveTo>
                      <a:pt x="2" y="8"/>
                    </a:moveTo>
                    <a:cubicBezTo>
                      <a:pt x="2" y="8"/>
                      <a:pt x="4" y="2"/>
                      <a:pt x="10" y="0"/>
                    </a:cubicBezTo>
                    <a:cubicBezTo>
                      <a:pt x="17" y="-1"/>
                      <a:pt x="19" y="4"/>
                      <a:pt x="19" y="12"/>
                    </a:cubicBezTo>
                    <a:cubicBezTo>
                      <a:pt x="19" y="20"/>
                      <a:pt x="19" y="28"/>
                      <a:pt x="14" y="32"/>
                    </a:cubicBezTo>
                    <a:cubicBezTo>
                      <a:pt x="9" y="36"/>
                      <a:pt x="1" y="42"/>
                      <a:pt x="0" y="38"/>
                    </a:cubicBezTo>
                    <a:cubicBezTo>
                      <a:pt x="0" y="35"/>
                      <a:pt x="2" y="25"/>
                      <a:pt x="2" y="24"/>
                    </a:cubicBezTo>
                    <a:cubicBezTo>
                      <a:pt x="2" y="22"/>
                      <a:pt x="2" y="8"/>
                      <a:pt x="2" y="8"/>
                    </a:cubicBezTo>
                    <a:close/>
                  </a:path>
                </a:pathLst>
              </a:custGeom>
              <a:solidFill>
                <a:srgbClr val="E3A990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2"/>
              <p:cNvSpPr/>
              <p:nvPr/>
            </p:nvSpPr>
            <p:spPr>
              <a:xfrm flipH="1">
                <a:off x="2721795" y="2030611"/>
                <a:ext cx="143497" cy="123503"/>
              </a:xfrm>
              <a:custGeom>
                <a:avLst/>
                <a:gdLst/>
                <a:ahLst/>
                <a:cxnLst/>
                <a:rect l="l" t="t" r="r" b="b"/>
                <a:pathLst>
                  <a:path w="201" h="173" extrusionOk="0">
                    <a:moveTo>
                      <a:pt x="187" y="5"/>
                    </a:moveTo>
                    <a:cubicBezTo>
                      <a:pt x="187" y="5"/>
                      <a:pt x="185" y="18"/>
                      <a:pt x="170" y="18"/>
                    </a:cubicBezTo>
                    <a:cubicBezTo>
                      <a:pt x="154" y="18"/>
                      <a:pt x="149" y="11"/>
                      <a:pt x="149" y="11"/>
                    </a:cubicBezTo>
                    <a:cubicBezTo>
                      <a:pt x="149" y="11"/>
                      <a:pt x="150" y="56"/>
                      <a:pt x="149" y="72"/>
                    </a:cubicBezTo>
                    <a:cubicBezTo>
                      <a:pt x="149" y="89"/>
                      <a:pt x="143" y="98"/>
                      <a:pt x="143" y="98"/>
                    </a:cubicBezTo>
                    <a:cubicBezTo>
                      <a:pt x="143" y="98"/>
                      <a:pt x="80" y="37"/>
                      <a:pt x="67" y="26"/>
                    </a:cubicBezTo>
                    <a:cubicBezTo>
                      <a:pt x="54" y="14"/>
                      <a:pt x="40" y="4"/>
                      <a:pt x="25" y="0"/>
                    </a:cubicBezTo>
                    <a:cubicBezTo>
                      <a:pt x="10" y="-4"/>
                      <a:pt x="-2" y="41"/>
                      <a:pt x="0" y="64"/>
                    </a:cubicBezTo>
                    <a:cubicBezTo>
                      <a:pt x="3" y="87"/>
                      <a:pt x="12" y="114"/>
                      <a:pt x="32" y="122"/>
                    </a:cubicBezTo>
                    <a:cubicBezTo>
                      <a:pt x="51" y="130"/>
                      <a:pt x="115" y="164"/>
                      <a:pt x="136" y="170"/>
                    </a:cubicBezTo>
                    <a:cubicBezTo>
                      <a:pt x="158" y="175"/>
                      <a:pt x="186" y="173"/>
                      <a:pt x="191" y="170"/>
                    </a:cubicBezTo>
                    <a:cubicBezTo>
                      <a:pt x="197" y="167"/>
                      <a:pt x="202" y="116"/>
                      <a:pt x="201" y="91"/>
                    </a:cubicBezTo>
                    <a:cubicBezTo>
                      <a:pt x="199" y="66"/>
                      <a:pt x="187" y="5"/>
                      <a:pt x="187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81625" tIns="15675" rIns="81625" bIns="15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22"/>
              <p:cNvSpPr/>
              <p:nvPr/>
            </p:nvSpPr>
            <p:spPr>
              <a:xfrm flipH="1">
                <a:off x="2628271" y="2497495"/>
                <a:ext cx="13564" cy="16419"/>
              </a:xfrm>
              <a:custGeom>
                <a:avLst/>
                <a:gdLst/>
                <a:ahLst/>
                <a:cxnLst/>
                <a:rect l="l" t="t" r="r" b="b"/>
                <a:pathLst>
                  <a:path w="19" h="23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19" y="23"/>
                    </a:lnTo>
                    <a:lnTo>
                      <a:pt x="19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2C3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2"/>
              <p:cNvSpPr/>
              <p:nvPr/>
            </p:nvSpPr>
            <p:spPr>
              <a:xfrm flipH="1">
                <a:off x="2841019" y="3077173"/>
                <a:ext cx="90667" cy="578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81" extrusionOk="0">
                    <a:moveTo>
                      <a:pt x="73" y="5"/>
                    </a:moveTo>
                    <a:cubicBezTo>
                      <a:pt x="73" y="5"/>
                      <a:pt x="19" y="36"/>
                      <a:pt x="12" y="42"/>
                    </a:cubicBezTo>
                    <a:cubicBezTo>
                      <a:pt x="4" y="49"/>
                      <a:pt x="-2" y="58"/>
                      <a:pt x="1" y="70"/>
                    </a:cubicBezTo>
                    <a:cubicBezTo>
                      <a:pt x="3" y="81"/>
                      <a:pt x="13" y="84"/>
                      <a:pt x="30" y="79"/>
                    </a:cubicBezTo>
                    <a:cubicBezTo>
                      <a:pt x="47" y="74"/>
                      <a:pt x="60" y="67"/>
                      <a:pt x="72" y="60"/>
                    </a:cubicBezTo>
                    <a:cubicBezTo>
                      <a:pt x="84" y="53"/>
                      <a:pt x="93" y="45"/>
                      <a:pt x="93" y="45"/>
                    </a:cubicBezTo>
                    <a:cubicBezTo>
                      <a:pt x="93" y="45"/>
                      <a:pt x="102" y="45"/>
                      <a:pt x="106" y="43"/>
                    </a:cubicBezTo>
                    <a:cubicBezTo>
                      <a:pt x="111" y="40"/>
                      <a:pt x="126" y="35"/>
                      <a:pt x="126" y="35"/>
                    </a:cubicBezTo>
                    <a:cubicBezTo>
                      <a:pt x="126" y="35"/>
                      <a:pt x="130" y="15"/>
                      <a:pt x="119" y="5"/>
                    </a:cubicBezTo>
                    <a:cubicBezTo>
                      <a:pt x="109" y="-6"/>
                      <a:pt x="73" y="5"/>
                      <a:pt x="73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2"/>
              <p:cNvSpPr/>
              <p:nvPr/>
            </p:nvSpPr>
            <p:spPr>
              <a:xfrm flipH="1">
                <a:off x="2767485" y="3110726"/>
                <a:ext cx="66394" cy="74245"/>
              </a:xfrm>
              <a:custGeom>
                <a:avLst/>
                <a:gdLst/>
                <a:ahLst/>
                <a:cxnLst/>
                <a:rect l="l" t="t" r="r" b="b"/>
                <a:pathLst>
                  <a:path w="93" h="104" extrusionOk="0">
                    <a:moveTo>
                      <a:pt x="34" y="0"/>
                    </a:moveTo>
                    <a:cubicBezTo>
                      <a:pt x="34" y="0"/>
                      <a:pt x="27" y="23"/>
                      <a:pt x="23" y="33"/>
                    </a:cubicBezTo>
                    <a:cubicBezTo>
                      <a:pt x="18" y="46"/>
                      <a:pt x="-1" y="79"/>
                      <a:pt x="0" y="91"/>
                    </a:cubicBezTo>
                    <a:cubicBezTo>
                      <a:pt x="2" y="107"/>
                      <a:pt x="16" y="106"/>
                      <a:pt x="34" y="102"/>
                    </a:cubicBezTo>
                    <a:cubicBezTo>
                      <a:pt x="52" y="98"/>
                      <a:pt x="61" y="85"/>
                      <a:pt x="65" y="77"/>
                    </a:cubicBezTo>
                    <a:cubicBezTo>
                      <a:pt x="70" y="69"/>
                      <a:pt x="74" y="54"/>
                      <a:pt x="75" y="50"/>
                    </a:cubicBezTo>
                    <a:cubicBezTo>
                      <a:pt x="76" y="46"/>
                      <a:pt x="85" y="30"/>
                      <a:pt x="90" y="26"/>
                    </a:cubicBezTo>
                    <a:cubicBezTo>
                      <a:pt x="95" y="21"/>
                      <a:pt x="92" y="3"/>
                      <a:pt x="92" y="3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2"/>
              <p:cNvSpPr/>
              <p:nvPr/>
            </p:nvSpPr>
            <p:spPr>
              <a:xfrm flipH="1">
                <a:off x="2833879" y="2766631"/>
                <a:ext cx="75675" cy="32839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0" extrusionOk="0">
                    <a:moveTo>
                      <a:pt x="4" y="0"/>
                    </a:moveTo>
                    <a:cubicBezTo>
                      <a:pt x="4" y="0"/>
                      <a:pt x="-3" y="132"/>
                      <a:pt x="2" y="207"/>
                    </a:cubicBezTo>
                    <a:cubicBezTo>
                      <a:pt x="7" y="281"/>
                      <a:pt x="10" y="320"/>
                      <a:pt x="15" y="367"/>
                    </a:cubicBezTo>
                    <a:cubicBezTo>
                      <a:pt x="21" y="414"/>
                      <a:pt x="28" y="444"/>
                      <a:pt x="28" y="444"/>
                    </a:cubicBezTo>
                    <a:cubicBezTo>
                      <a:pt x="28" y="444"/>
                      <a:pt x="37" y="457"/>
                      <a:pt x="65" y="460"/>
                    </a:cubicBezTo>
                    <a:cubicBezTo>
                      <a:pt x="93" y="462"/>
                      <a:pt x="104" y="436"/>
                      <a:pt x="104" y="436"/>
                    </a:cubicBezTo>
                    <a:cubicBezTo>
                      <a:pt x="104" y="436"/>
                      <a:pt x="95" y="372"/>
                      <a:pt x="98" y="323"/>
                    </a:cubicBezTo>
                    <a:cubicBezTo>
                      <a:pt x="100" y="273"/>
                      <a:pt x="114" y="246"/>
                      <a:pt x="98" y="172"/>
                    </a:cubicBezTo>
                    <a:cubicBezTo>
                      <a:pt x="82" y="99"/>
                      <a:pt x="80" y="7"/>
                      <a:pt x="80" y="7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2"/>
              <p:cNvSpPr/>
              <p:nvPr/>
            </p:nvSpPr>
            <p:spPr>
              <a:xfrm flipH="1">
                <a:off x="2749637" y="2760920"/>
                <a:ext cx="121366" cy="3669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514" extrusionOk="0">
                    <a:moveTo>
                      <a:pt x="0" y="31"/>
                    </a:moveTo>
                    <a:cubicBezTo>
                      <a:pt x="0" y="31"/>
                      <a:pt x="1" y="92"/>
                      <a:pt x="10" y="128"/>
                    </a:cubicBezTo>
                    <a:cubicBezTo>
                      <a:pt x="20" y="163"/>
                      <a:pt x="52" y="225"/>
                      <a:pt x="59" y="245"/>
                    </a:cubicBezTo>
                    <a:cubicBezTo>
                      <a:pt x="65" y="266"/>
                      <a:pt x="63" y="340"/>
                      <a:pt x="66" y="367"/>
                    </a:cubicBezTo>
                    <a:cubicBezTo>
                      <a:pt x="69" y="394"/>
                      <a:pt x="81" y="505"/>
                      <a:pt x="81" y="505"/>
                    </a:cubicBezTo>
                    <a:cubicBezTo>
                      <a:pt x="81" y="505"/>
                      <a:pt x="99" y="519"/>
                      <a:pt x="121" y="513"/>
                    </a:cubicBezTo>
                    <a:cubicBezTo>
                      <a:pt x="143" y="507"/>
                      <a:pt x="146" y="496"/>
                      <a:pt x="146" y="496"/>
                    </a:cubicBezTo>
                    <a:cubicBezTo>
                      <a:pt x="146" y="496"/>
                      <a:pt x="157" y="379"/>
                      <a:pt x="156" y="356"/>
                    </a:cubicBezTo>
                    <a:cubicBezTo>
                      <a:pt x="155" y="333"/>
                      <a:pt x="154" y="291"/>
                      <a:pt x="159" y="248"/>
                    </a:cubicBezTo>
                    <a:cubicBezTo>
                      <a:pt x="163" y="205"/>
                      <a:pt x="173" y="166"/>
                      <a:pt x="169" y="91"/>
                    </a:cubicBezTo>
                    <a:cubicBezTo>
                      <a:pt x="164" y="17"/>
                      <a:pt x="159" y="0"/>
                      <a:pt x="159" y="0"/>
                    </a:cubicBez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22"/>
              <p:cNvSpPr/>
              <p:nvPr/>
            </p:nvSpPr>
            <p:spPr>
              <a:xfrm flipH="1">
                <a:off x="2938825" y="2768059"/>
                <a:ext cx="34268" cy="88522"/>
              </a:xfrm>
              <a:custGeom>
                <a:avLst/>
                <a:gdLst/>
                <a:ahLst/>
                <a:cxnLst/>
                <a:rect l="l" t="t" r="r" b="b"/>
                <a:pathLst>
                  <a:path w="48" h="124" extrusionOk="0">
                    <a:moveTo>
                      <a:pt x="12" y="0"/>
                    </a:moveTo>
                    <a:cubicBezTo>
                      <a:pt x="12" y="0"/>
                      <a:pt x="9" y="29"/>
                      <a:pt x="6" y="45"/>
                    </a:cubicBezTo>
                    <a:cubicBezTo>
                      <a:pt x="3" y="60"/>
                      <a:pt x="-1" y="69"/>
                      <a:pt x="0" y="78"/>
                    </a:cubicBezTo>
                    <a:cubicBezTo>
                      <a:pt x="1" y="87"/>
                      <a:pt x="6" y="104"/>
                      <a:pt x="8" y="107"/>
                    </a:cubicBezTo>
                    <a:cubicBezTo>
                      <a:pt x="10" y="111"/>
                      <a:pt x="19" y="118"/>
                      <a:pt x="22" y="120"/>
                    </a:cubicBezTo>
                    <a:cubicBezTo>
                      <a:pt x="25" y="122"/>
                      <a:pt x="30" y="125"/>
                      <a:pt x="33" y="124"/>
                    </a:cubicBezTo>
                    <a:cubicBezTo>
                      <a:pt x="36" y="123"/>
                      <a:pt x="37" y="118"/>
                      <a:pt x="36" y="116"/>
                    </a:cubicBezTo>
                    <a:lnTo>
                      <a:pt x="35" y="114"/>
                    </a:lnTo>
                    <a:cubicBezTo>
                      <a:pt x="35" y="114"/>
                      <a:pt x="43" y="116"/>
                      <a:pt x="44" y="115"/>
                    </a:cubicBezTo>
                    <a:cubicBezTo>
                      <a:pt x="45" y="114"/>
                      <a:pt x="47" y="110"/>
                      <a:pt x="46" y="108"/>
                    </a:cubicBezTo>
                    <a:cubicBezTo>
                      <a:pt x="45" y="105"/>
                      <a:pt x="44" y="104"/>
                      <a:pt x="44" y="104"/>
                    </a:cubicBezTo>
                    <a:cubicBezTo>
                      <a:pt x="44" y="104"/>
                      <a:pt x="48" y="103"/>
                      <a:pt x="48" y="101"/>
                    </a:cubicBezTo>
                    <a:cubicBezTo>
                      <a:pt x="48" y="99"/>
                      <a:pt x="43" y="93"/>
                      <a:pt x="43" y="93"/>
                    </a:cubicBezTo>
                    <a:cubicBezTo>
                      <a:pt x="43" y="93"/>
                      <a:pt x="46" y="92"/>
                      <a:pt x="45" y="90"/>
                    </a:cubicBezTo>
                    <a:cubicBezTo>
                      <a:pt x="45" y="88"/>
                      <a:pt x="42" y="84"/>
                      <a:pt x="42" y="84"/>
                    </a:cubicBezTo>
                    <a:cubicBezTo>
                      <a:pt x="42" y="84"/>
                      <a:pt x="44" y="58"/>
                      <a:pt x="43" y="57"/>
                    </a:cubicBezTo>
                    <a:cubicBezTo>
                      <a:pt x="43" y="57"/>
                      <a:pt x="40" y="45"/>
                      <a:pt x="38" y="38"/>
                    </a:cubicBezTo>
                    <a:cubicBezTo>
                      <a:pt x="36" y="31"/>
                      <a:pt x="46" y="4"/>
                      <a:pt x="46" y="4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22"/>
              <p:cNvSpPr/>
              <p:nvPr/>
            </p:nvSpPr>
            <p:spPr>
              <a:xfrm flipH="1">
                <a:off x="2943822" y="2813748"/>
                <a:ext cx="15706" cy="36408"/>
              </a:xfrm>
              <a:custGeom>
                <a:avLst/>
                <a:gdLst/>
                <a:ahLst/>
                <a:cxnLst/>
                <a:rect l="l" t="t" r="r" b="b"/>
                <a:pathLst>
                  <a:path w="22" h="51" extrusionOk="0">
                    <a:moveTo>
                      <a:pt x="6" y="0"/>
                    </a:moveTo>
                    <a:cubicBezTo>
                      <a:pt x="6" y="0"/>
                      <a:pt x="2" y="3"/>
                      <a:pt x="2" y="10"/>
                    </a:cubicBezTo>
                    <a:cubicBezTo>
                      <a:pt x="3" y="17"/>
                      <a:pt x="0" y="23"/>
                      <a:pt x="0" y="26"/>
                    </a:cubicBezTo>
                    <a:cubicBezTo>
                      <a:pt x="0" y="29"/>
                      <a:pt x="1" y="39"/>
                      <a:pt x="1" y="39"/>
                    </a:cubicBezTo>
                    <a:cubicBezTo>
                      <a:pt x="1" y="39"/>
                      <a:pt x="6" y="45"/>
                      <a:pt x="8" y="48"/>
                    </a:cubicBezTo>
                    <a:cubicBezTo>
                      <a:pt x="10" y="50"/>
                      <a:pt x="16" y="50"/>
                      <a:pt x="16" y="50"/>
                    </a:cubicBezTo>
                    <a:lnTo>
                      <a:pt x="22" y="51"/>
                    </a:lnTo>
                    <a:cubicBezTo>
                      <a:pt x="22" y="51"/>
                      <a:pt x="13" y="46"/>
                      <a:pt x="12" y="45"/>
                    </a:cubicBezTo>
                    <a:cubicBezTo>
                      <a:pt x="11" y="43"/>
                      <a:pt x="13" y="21"/>
                      <a:pt x="12" y="14"/>
                    </a:cubicBezTo>
                    <a:cubicBezTo>
                      <a:pt x="12" y="7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38291A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2"/>
              <p:cNvSpPr/>
              <p:nvPr/>
            </p:nvSpPr>
            <p:spPr>
              <a:xfrm flipH="1">
                <a:off x="2941681" y="2793759"/>
                <a:ext cx="18562" cy="52828"/>
              </a:xfrm>
              <a:custGeom>
                <a:avLst/>
                <a:gdLst/>
                <a:ahLst/>
                <a:cxnLst/>
                <a:rect l="l" t="t" r="r" b="b"/>
                <a:pathLst>
                  <a:path w="26" h="74" extrusionOk="0">
                    <a:moveTo>
                      <a:pt x="7" y="1"/>
                    </a:moveTo>
                    <a:cubicBezTo>
                      <a:pt x="-1" y="5"/>
                      <a:pt x="-2" y="11"/>
                      <a:pt x="1" y="23"/>
                    </a:cubicBezTo>
                    <a:cubicBezTo>
                      <a:pt x="3" y="35"/>
                      <a:pt x="7" y="42"/>
                      <a:pt x="7" y="42"/>
                    </a:cubicBezTo>
                    <a:cubicBezTo>
                      <a:pt x="8" y="44"/>
                      <a:pt x="8" y="53"/>
                      <a:pt x="9" y="62"/>
                    </a:cubicBezTo>
                    <a:cubicBezTo>
                      <a:pt x="10" y="71"/>
                      <a:pt x="13" y="77"/>
                      <a:pt x="20" y="72"/>
                    </a:cubicBezTo>
                    <a:cubicBezTo>
                      <a:pt x="26" y="68"/>
                      <a:pt x="20" y="61"/>
                      <a:pt x="24" y="48"/>
                    </a:cubicBezTo>
                    <a:cubicBezTo>
                      <a:pt x="24" y="48"/>
                      <a:pt x="26" y="22"/>
                      <a:pt x="25" y="21"/>
                    </a:cubicBezTo>
                    <a:cubicBezTo>
                      <a:pt x="25" y="21"/>
                      <a:pt x="24" y="18"/>
                      <a:pt x="23" y="13"/>
                    </a:cubicBezTo>
                    <a:cubicBezTo>
                      <a:pt x="20" y="6"/>
                      <a:pt x="14" y="-2"/>
                      <a:pt x="7" y="1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22"/>
              <p:cNvSpPr/>
              <p:nvPr/>
            </p:nvSpPr>
            <p:spPr>
              <a:xfrm flipH="1">
                <a:off x="2896704" y="2538900"/>
                <a:ext cx="70678" cy="241295"/>
              </a:xfrm>
              <a:custGeom>
                <a:avLst/>
                <a:gdLst/>
                <a:ahLst/>
                <a:cxnLst/>
                <a:rect l="l" t="t" r="r" b="b"/>
                <a:pathLst>
                  <a:path w="99" h="338" extrusionOk="0">
                    <a:moveTo>
                      <a:pt x="80" y="0"/>
                    </a:moveTo>
                    <a:cubicBezTo>
                      <a:pt x="80" y="0"/>
                      <a:pt x="61" y="23"/>
                      <a:pt x="55" y="57"/>
                    </a:cubicBezTo>
                    <a:cubicBezTo>
                      <a:pt x="49" y="91"/>
                      <a:pt x="46" y="133"/>
                      <a:pt x="44" y="141"/>
                    </a:cubicBezTo>
                    <a:cubicBezTo>
                      <a:pt x="43" y="149"/>
                      <a:pt x="18" y="228"/>
                      <a:pt x="14" y="253"/>
                    </a:cubicBezTo>
                    <a:cubicBezTo>
                      <a:pt x="9" y="278"/>
                      <a:pt x="0" y="330"/>
                      <a:pt x="0" y="330"/>
                    </a:cubicBezTo>
                    <a:cubicBezTo>
                      <a:pt x="0" y="330"/>
                      <a:pt x="20" y="336"/>
                      <a:pt x="29" y="337"/>
                    </a:cubicBezTo>
                    <a:cubicBezTo>
                      <a:pt x="37" y="337"/>
                      <a:pt x="42" y="338"/>
                      <a:pt x="42" y="338"/>
                    </a:cubicBezTo>
                    <a:cubicBezTo>
                      <a:pt x="42" y="338"/>
                      <a:pt x="58" y="296"/>
                      <a:pt x="62" y="289"/>
                    </a:cubicBezTo>
                    <a:cubicBezTo>
                      <a:pt x="65" y="282"/>
                      <a:pt x="89" y="227"/>
                      <a:pt x="93" y="216"/>
                    </a:cubicBezTo>
                    <a:cubicBezTo>
                      <a:pt x="98" y="204"/>
                      <a:pt x="108" y="-10"/>
                      <a:pt x="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22"/>
              <p:cNvSpPr/>
              <p:nvPr/>
            </p:nvSpPr>
            <p:spPr>
              <a:xfrm flipH="1">
                <a:off x="2731076" y="2528192"/>
                <a:ext cx="189901" cy="279131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91" extrusionOk="0">
                    <a:moveTo>
                      <a:pt x="234" y="355"/>
                    </a:moveTo>
                    <a:cubicBezTo>
                      <a:pt x="234" y="355"/>
                      <a:pt x="233" y="251"/>
                      <a:pt x="237" y="210"/>
                    </a:cubicBezTo>
                    <a:cubicBezTo>
                      <a:pt x="240" y="170"/>
                      <a:pt x="266" y="123"/>
                      <a:pt x="266" y="89"/>
                    </a:cubicBezTo>
                    <a:cubicBezTo>
                      <a:pt x="267" y="55"/>
                      <a:pt x="263" y="41"/>
                      <a:pt x="250" y="31"/>
                    </a:cubicBezTo>
                    <a:cubicBezTo>
                      <a:pt x="236" y="21"/>
                      <a:pt x="199" y="14"/>
                      <a:pt x="179" y="5"/>
                    </a:cubicBezTo>
                    <a:cubicBezTo>
                      <a:pt x="159" y="-4"/>
                      <a:pt x="90" y="3"/>
                      <a:pt x="57" y="5"/>
                    </a:cubicBezTo>
                    <a:cubicBezTo>
                      <a:pt x="23" y="8"/>
                      <a:pt x="17" y="13"/>
                      <a:pt x="15" y="15"/>
                    </a:cubicBezTo>
                    <a:cubicBezTo>
                      <a:pt x="12" y="17"/>
                      <a:pt x="-3" y="54"/>
                      <a:pt x="0" y="97"/>
                    </a:cubicBezTo>
                    <a:cubicBezTo>
                      <a:pt x="3" y="140"/>
                      <a:pt x="14" y="175"/>
                      <a:pt x="15" y="237"/>
                    </a:cubicBezTo>
                    <a:cubicBezTo>
                      <a:pt x="16" y="299"/>
                      <a:pt x="17" y="324"/>
                      <a:pt x="17" y="326"/>
                    </a:cubicBezTo>
                    <a:cubicBezTo>
                      <a:pt x="17" y="328"/>
                      <a:pt x="27" y="386"/>
                      <a:pt x="116" y="391"/>
                    </a:cubicBezTo>
                    <a:cubicBezTo>
                      <a:pt x="201" y="395"/>
                      <a:pt x="234" y="355"/>
                      <a:pt x="234" y="35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2"/>
              <p:cNvSpPr/>
              <p:nvPr/>
            </p:nvSpPr>
            <p:spPr>
              <a:xfrm flipH="1">
                <a:off x="2846016" y="2556033"/>
                <a:ext cx="24273" cy="24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7" extrusionOk="0">
                    <a:moveTo>
                      <a:pt x="34" y="12"/>
                    </a:moveTo>
                    <a:cubicBezTo>
                      <a:pt x="34" y="12"/>
                      <a:pt x="12" y="94"/>
                      <a:pt x="13" y="202"/>
                    </a:cubicBezTo>
                    <a:cubicBezTo>
                      <a:pt x="15" y="315"/>
                      <a:pt x="12" y="347"/>
                      <a:pt x="12" y="347"/>
                    </a:cubicBezTo>
                    <a:lnTo>
                      <a:pt x="0" y="343"/>
                    </a:lnTo>
                    <a:cubicBezTo>
                      <a:pt x="0" y="343"/>
                      <a:pt x="3" y="274"/>
                      <a:pt x="0" y="198"/>
                    </a:cubicBezTo>
                    <a:cubicBezTo>
                      <a:pt x="-3" y="122"/>
                      <a:pt x="15" y="16"/>
                      <a:pt x="22" y="5"/>
                    </a:cubicBezTo>
                    <a:lnTo>
                      <a:pt x="27" y="0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22"/>
              <p:cNvSpPr/>
              <p:nvPr/>
            </p:nvSpPr>
            <p:spPr>
              <a:xfrm flipH="1">
                <a:off x="2614707" y="2544611"/>
                <a:ext cx="154206" cy="1177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165" extrusionOk="0">
                    <a:moveTo>
                      <a:pt x="21" y="0"/>
                    </a:moveTo>
                    <a:cubicBezTo>
                      <a:pt x="21" y="0"/>
                      <a:pt x="42" y="1"/>
                      <a:pt x="69" y="24"/>
                    </a:cubicBezTo>
                    <a:cubicBezTo>
                      <a:pt x="97" y="47"/>
                      <a:pt x="133" y="67"/>
                      <a:pt x="143" y="73"/>
                    </a:cubicBezTo>
                    <a:cubicBezTo>
                      <a:pt x="154" y="79"/>
                      <a:pt x="163" y="83"/>
                      <a:pt x="163" y="83"/>
                    </a:cubicBezTo>
                    <a:cubicBezTo>
                      <a:pt x="163" y="83"/>
                      <a:pt x="211" y="102"/>
                      <a:pt x="214" y="114"/>
                    </a:cubicBezTo>
                    <a:cubicBezTo>
                      <a:pt x="217" y="125"/>
                      <a:pt x="218" y="157"/>
                      <a:pt x="198" y="162"/>
                    </a:cubicBezTo>
                    <a:cubicBezTo>
                      <a:pt x="177" y="166"/>
                      <a:pt x="156" y="166"/>
                      <a:pt x="142" y="163"/>
                    </a:cubicBezTo>
                    <a:cubicBezTo>
                      <a:pt x="128" y="160"/>
                      <a:pt x="96" y="148"/>
                      <a:pt x="80" y="145"/>
                    </a:cubicBezTo>
                    <a:cubicBezTo>
                      <a:pt x="64" y="141"/>
                      <a:pt x="36" y="137"/>
                      <a:pt x="36" y="137"/>
                    </a:cubicBezTo>
                    <a:cubicBezTo>
                      <a:pt x="36" y="137"/>
                      <a:pt x="6" y="145"/>
                      <a:pt x="1" y="101"/>
                    </a:cubicBezTo>
                    <a:cubicBezTo>
                      <a:pt x="-4" y="58"/>
                      <a:pt x="4" y="19"/>
                      <a:pt x="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13050" rIns="81625" bIns="130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22"/>
              <p:cNvSpPr/>
              <p:nvPr/>
            </p:nvSpPr>
            <p:spPr>
              <a:xfrm flipH="1">
                <a:off x="2559021" y="2254058"/>
                <a:ext cx="146353" cy="197034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76" extrusionOk="0">
                    <a:moveTo>
                      <a:pt x="0" y="5"/>
                    </a:moveTo>
                    <a:lnTo>
                      <a:pt x="6" y="2"/>
                    </a:lnTo>
                    <a:cubicBezTo>
                      <a:pt x="6" y="1"/>
                      <a:pt x="7" y="1"/>
                      <a:pt x="8" y="1"/>
                    </a:cubicBezTo>
                    <a:lnTo>
                      <a:pt x="8" y="1"/>
                    </a:lnTo>
                    <a:lnTo>
                      <a:pt x="8" y="1"/>
                    </a:lnTo>
                    <a:cubicBezTo>
                      <a:pt x="11" y="0"/>
                      <a:pt x="14" y="0"/>
                      <a:pt x="18" y="2"/>
                    </a:cubicBezTo>
                    <a:lnTo>
                      <a:pt x="187" y="100"/>
                    </a:lnTo>
                    <a:cubicBezTo>
                      <a:pt x="198" y="106"/>
                      <a:pt x="205" y="118"/>
                      <a:pt x="205" y="131"/>
                    </a:cubicBezTo>
                    <a:lnTo>
                      <a:pt x="205" y="263"/>
                    </a:lnTo>
                    <a:cubicBezTo>
                      <a:pt x="205" y="267"/>
                      <a:pt x="203" y="271"/>
                      <a:pt x="199" y="273"/>
                    </a:cubicBezTo>
                    <a:lnTo>
                      <a:pt x="199" y="273"/>
                    </a:lnTo>
                    <a:lnTo>
                      <a:pt x="193" y="276"/>
                    </a:lnTo>
                    <a:lnTo>
                      <a:pt x="192" y="274"/>
                    </a:lnTo>
                    <a:cubicBezTo>
                      <a:pt x="190" y="274"/>
                      <a:pt x="189" y="273"/>
                      <a:pt x="188" y="273"/>
                    </a:cubicBezTo>
                    <a:lnTo>
                      <a:pt x="18" y="175"/>
                    </a:lnTo>
                    <a:cubicBezTo>
                      <a:pt x="7" y="168"/>
                      <a:pt x="0" y="157"/>
                      <a:pt x="0" y="144"/>
                    </a:cubicBezTo>
                    <a:lnTo>
                      <a:pt x="0" y="12"/>
                    </a:lnTo>
                    <a:cubicBezTo>
                      <a:pt x="0" y="10"/>
                      <a:pt x="1" y="8"/>
                      <a:pt x="2" y="6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2"/>
              <p:cNvSpPr/>
              <p:nvPr/>
            </p:nvSpPr>
            <p:spPr>
              <a:xfrm flipH="1">
                <a:off x="2621132" y="2469653"/>
                <a:ext cx="14992" cy="53542"/>
              </a:xfrm>
              <a:custGeom>
                <a:avLst/>
                <a:gdLst/>
                <a:ahLst/>
                <a:cxnLst/>
                <a:rect l="l" t="t" r="r" b="b"/>
                <a:pathLst>
                  <a:path w="21" h="75" extrusionOk="0">
                    <a:moveTo>
                      <a:pt x="21" y="43"/>
                    </a:moveTo>
                    <a:lnTo>
                      <a:pt x="21" y="66"/>
                    </a:lnTo>
                    <a:cubicBezTo>
                      <a:pt x="21" y="67"/>
                      <a:pt x="21" y="69"/>
                      <a:pt x="19" y="71"/>
                    </a:cubicBezTo>
                    <a:cubicBezTo>
                      <a:pt x="15" y="76"/>
                      <a:pt x="6" y="76"/>
                      <a:pt x="2" y="71"/>
                    </a:cubicBezTo>
                    <a:cubicBezTo>
                      <a:pt x="0" y="69"/>
                      <a:pt x="0" y="67"/>
                      <a:pt x="0" y="66"/>
                    </a:cubicBezTo>
                    <a:lnTo>
                      <a:pt x="0" y="12"/>
                    </a:lnTo>
                    <a:lnTo>
                      <a:pt x="21" y="0"/>
                    </a:lnTo>
                    <a:lnTo>
                      <a:pt x="21" y="43"/>
                    </a:lnTo>
                    <a:close/>
                  </a:path>
                </a:pathLst>
              </a:custGeom>
              <a:solidFill>
                <a:srgbClr val="973D26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2"/>
              <p:cNvSpPr/>
              <p:nvPr/>
            </p:nvSpPr>
            <p:spPr>
              <a:xfrm flipH="1">
                <a:off x="2603998" y="2378275"/>
                <a:ext cx="45691" cy="59253"/>
              </a:xfrm>
              <a:custGeom>
                <a:avLst/>
                <a:gdLst/>
                <a:ahLst/>
                <a:cxnLst/>
                <a:rect l="l" t="t" r="r" b="b"/>
                <a:pathLst>
                  <a:path w="64" h="83" extrusionOk="0">
                    <a:moveTo>
                      <a:pt x="11" y="60"/>
                    </a:moveTo>
                    <a:lnTo>
                      <a:pt x="49" y="82"/>
                    </a:lnTo>
                    <a:cubicBezTo>
                      <a:pt x="56" y="86"/>
                      <a:pt x="64" y="81"/>
                      <a:pt x="64" y="73"/>
                    </a:cubicBezTo>
                    <a:lnTo>
                      <a:pt x="64" y="36"/>
                    </a:lnTo>
                    <a:lnTo>
                      <a:pt x="0" y="0"/>
                    </a:lnTo>
                    <a:lnTo>
                      <a:pt x="0" y="40"/>
                    </a:lnTo>
                    <a:cubicBezTo>
                      <a:pt x="0" y="48"/>
                      <a:pt x="4" y="56"/>
                      <a:pt x="11" y="6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2"/>
              <p:cNvSpPr/>
              <p:nvPr/>
            </p:nvSpPr>
            <p:spPr>
              <a:xfrm flipH="1">
                <a:off x="2608281" y="2379703"/>
                <a:ext cx="45691" cy="59967"/>
              </a:xfrm>
              <a:custGeom>
                <a:avLst/>
                <a:gdLst/>
                <a:ahLst/>
                <a:cxnLst/>
                <a:rect l="l" t="t" r="r" b="b"/>
                <a:pathLst>
                  <a:path w="64" h="84" extrusionOk="0">
                    <a:moveTo>
                      <a:pt x="11" y="61"/>
                    </a:moveTo>
                    <a:lnTo>
                      <a:pt x="49" y="83"/>
                    </a:lnTo>
                    <a:cubicBezTo>
                      <a:pt x="55" y="86"/>
                      <a:pt x="64" y="82"/>
                      <a:pt x="64" y="74"/>
                    </a:cubicBezTo>
                    <a:lnTo>
                      <a:pt x="64" y="37"/>
                    </a:lnTo>
                    <a:lnTo>
                      <a:pt x="0" y="0"/>
                    </a:lnTo>
                    <a:lnTo>
                      <a:pt x="0" y="41"/>
                    </a:lnTo>
                    <a:cubicBezTo>
                      <a:pt x="0" y="49"/>
                      <a:pt x="4" y="57"/>
                      <a:pt x="11" y="6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2"/>
              <p:cNvSpPr/>
              <p:nvPr/>
            </p:nvSpPr>
            <p:spPr>
              <a:xfrm flipH="1">
                <a:off x="2621132" y="2397550"/>
                <a:ext cx="14992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6" extrusionOk="0">
                    <a:moveTo>
                      <a:pt x="21" y="105"/>
                    </a:moveTo>
                    <a:lnTo>
                      <a:pt x="21" y="4"/>
                    </a:lnTo>
                    <a:lnTo>
                      <a:pt x="0" y="0"/>
                    </a:lnTo>
                    <a:lnTo>
                      <a:pt x="0" y="92"/>
                    </a:lnTo>
                    <a:lnTo>
                      <a:pt x="0" y="126"/>
                    </a:lnTo>
                    <a:lnTo>
                      <a:pt x="21" y="105"/>
                    </a:lnTo>
                    <a:close/>
                  </a:path>
                </a:pathLst>
              </a:custGeom>
              <a:solidFill>
                <a:srgbClr val="973D26"/>
              </a:solidFill>
              <a:ln>
                <a:noFill/>
              </a:ln>
            </p:spPr>
            <p:txBody>
              <a:bodyPr spcFirstLastPara="1" wrap="square" lIns="81625" tIns="325" rIns="81625" bIns="3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22"/>
              <p:cNvSpPr/>
              <p:nvPr/>
            </p:nvSpPr>
            <p:spPr>
              <a:xfrm flipH="1">
                <a:off x="2600428" y="2448950"/>
                <a:ext cx="52116" cy="110653"/>
              </a:xfrm>
              <a:custGeom>
                <a:avLst/>
                <a:gdLst/>
                <a:ahLst/>
                <a:cxnLst/>
                <a:rect l="l" t="t" r="r" b="b"/>
                <a:pathLst>
                  <a:path w="73" h="155" extrusionOk="0">
                    <a:moveTo>
                      <a:pt x="73" y="75"/>
                    </a:moveTo>
                    <a:cubicBezTo>
                      <a:pt x="72" y="84"/>
                      <a:pt x="71" y="89"/>
                      <a:pt x="64" y="95"/>
                    </a:cubicBezTo>
                    <a:cubicBezTo>
                      <a:pt x="57" y="100"/>
                      <a:pt x="47" y="108"/>
                      <a:pt x="48" y="111"/>
                    </a:cubicBezTo>
                    <a:cubicBezTo>
                      <a:pt x="49" y="114"/>
                      <a:pt x="54" y="155"/>
                      <a:pt x="54" y="155"/>
                    </a:cubicBezTo>
                    <a:lnTo>
                      <a:pt x="16" y="154"/>
                    </a:lnTo>
                    <a:cubicBezTo>
                      <a:pt x="16" y="154"/>
                      <a:pt x="3" y="105"/>
                      <a:pt x="3" y="100"/>
                    </a:cubicBezTo>
                    <a:cubicBezTo>
                      <a:pt x="2" y="94"/>
                      <a:pt x="-3" y="76"/>
                      <a:pt x="3" y="54"/>
                    </a:cubicBezTo>
                    <a:cubicBezTo>
                      <a:pt x="12" y="35"/>
                      <a:pt x="23" y="25"/>
                      <a:pt x="23" y="23"/>
                    </a:cubicBezTo>
                    <a:cubicBezTo>
                      <a:pt x="22" y="21"/>
                      <a:pt x="26" y="7"/>
                      <a:pt x="29" y="6"/>
                    </a:cubicBezTo>
                    <a:cubicBezTo>
                      <a:pt x="31" y="4"/>
                      <a:pt x="34" y="4"/>
                      <a:pt x="34" y="4"/>
                    </a:cubicBezTo>
                    <a:lnTo>
                      <a:pt x="43" y="6"/>
                    </a:lnTo>
                    <a:cubicBezTo>
                      <a:pt x="43" y="6"/>
                      <a:pt x="47" y="0"/>
                      <a:pt x="52" y="0"/>
                    </a:cubicBezTo>
                    <a:cubicBezTo>
                      <a:pt x="57" y="-1"/>
                      <a:pt x="64" y="0"/>
                      <a:pt x="62" y="11"/>
                    </a:cubicBezTo>
                    <a:cubicBezTo>
                      <a:pt x="60" y="19"/>
                      <a:pt x="58" y="25"/>
                      <a:pt x="57" y="27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28"/>
                      <a:pt x="66" y="30"/>
                      <a:pt x="65" y="36"/>
                    </a:cubicBezTo>
                    <a:cubicBezTo>
                      <a:pt x="64" y="41"/>
                      <a:pt x="65" y="46"/>
                      <a:pt x="65" y="46"/>
                    </a:cubicBezTo>
                    <a:cubicBezTo>
                      <a:pt x="65" y="46"/>
                      <a:pt x="69" y="49"/>
                      <a:pt x="71" y="53"/>
                    </a:cubicBezTo>
                    <a:cubicBezTo>
                      <a:pt x="72" y="58"/>
                      <a:pt x="72" y="65"/>
                      <a:pt x="72" y="65"/>
                    </a:cubicBezTo>
                    <a:cubicBezTo>
                      <a:pt x="72" y="65"/>
                      <a:pt x="74" y="65"/>
                      <a:pt x="73" y="75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9800" rIns="81625" bIns="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22"/>
              <p:cNvSpPr/>
              <p:nvPr/>
            </p:nvSpPr>
            <p:spPr>
              <a:xfrm flipH="1">
                <a:off x="2621132" y="2397550"/>
                <a:ext cx="14992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6" extrusionOk="0">
                    <a:moveTo>
                      <a:pt x="21" y="105"/>
                    </a:moveTo>
                    <a:lnTo>
                      <a:pt x="21" y="4"/>
                    </a:lnTo>
                    <a:lnTo>
                      <a:pt x="0" y="0"/>
                    </a:lnTo>
                    <a:lnTo>
                      <a:pt x="0" y="92"/>
                    </a:lnTo>
                    <a:lnTo>
                      <a:pt x="0" y="126"/>
                    </a:lnTo>
                    <a:lnTo>
                      <a:pt x="21" y="10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81625" tIns="325" rIns="81625" bIns="3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22"/>
              <p:cNvSpPr/>
              <p:nvPr/>
            </p:nvSpPr>
            <p:spPr>
              <a:xfrm flipH="1">
                <a:off x="2562591" y="2256200"/>
                <a:ext cx="146353" cy="195606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74" extrusionOk="0">
                    <a:moveTo>
                      <a:pt x="0" y="12"/>
                    </a:moveTo>
                    <a:lnTo>
                      <a:pt x="0" y="144"/>
                    </a:lnTo>
                    <a:cubicBezTo>
                      <a:pt x="0" y="156"/>
                      <a:pt x="7" y="168"/>
                      <a:pt x="18" y="175"/>
                    </a:cubicBezTo>
                    <a:lnTo>
                      <a:pt x="177" y="266"/>
                    </a:lnTo>
                    <a:lnTo>
                      <a:pt x="187" y="272"/>
                    </a:lnTo>
                    <a:cubicBezTo>
                      <a:pt x="195" y="277"/>
                      <a:pt x="205" y="271"/>
                      <a:pt x="205" y="262"/>
                    </a:cubicBezTo>
                    <a:lnTo>
                      <a:pt x="205" y="130"/>
                    </a:lnTo>
                    <a:cubicBezTo>
                      <a:pt x="205" y="118"/>
                      <a:pt x="198" y="106"/>
                      <a:pt x="187" y="99"/>
                    </a:cubicBezTo>
                    <a:lnTo>
                      <a:pt x="17" y="1"/>
                    </a:lnTo>
                    <a:cubicBezTo>
                      <a:pt x="9" y="-3"/>
                      <a:pt x="0" y="3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81625" tIns="40825" rIns="81625" bIns="40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22"/>
              <p:cNvSpPr/>
              <p:nvPr/>
            </p:nvSpPr>
            <p:spPr>
              <a:xfrm flipH="1">
                <a:off x="2798183" y="2459658"/>
                <a:ext cx="71391" cy="97803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7" extrusionOk="0">
                    <a:moveTo>
                      <a:pt x="91" y="72"/>
                    </a:moveTo>
                    <a:cubicBezTo>
                      <a:pt x="91" y="72"/>
                      <a:pt x="89" y="67"/>
                      <a:pt x="90" y="57"/>
                    </a:cubicBezTo>
                    <a:cubicBezTo>
                      <a:pt x="90" y="46"/>
                      <a:pt x="100" y="5"/>
                      <a:pt x="100" y="0"/>
                    </a:cubicBezTo>
                    <a:cubicBezTo>
                      <a:pt x="100" y="-6"/>
                      <a:pt x="-9" y="81"/>
                      <a:pt x="0" y="87"/>
                    </a:cubicBezTo>
                    <a:cubicBezTo>
                      <a:pt x="8" y="92"/>
                      <a:pt x="16" y="130"/>
                      <a:pt x="17" y="131"/>
                    </a:cubicBezTo>
                    <a:lnTo>
                      <a:pt x="26" y="135"/>
                    </a:lnTo>
                    <a:cubicBezTo>
                      <a:pt x="26" y="135"/>
                      <a:pt x="47" y="140"/>
                      <a:pt x="58" y="136"/>
                    </a:cubicBezTo>
                    <a:cubicBezTo>
                      <a:pt x="69" y="133"/>
                      <a:pt x="103" y="108"/>
                      <a:pt x="91" y="72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3900" rIns="81625" bIns="3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 flipH="1">
                <a:off x="2794614" y="2511058"/>
                <a:ext cx="56399" cy="67820"/>
              </a:xfrm>
              <a:custGeom>
                <a:avLst/>
                <a:gdLst/>
                <a:ahLst/>
                <a:cxnLst/>
                <a:rect l="l" t="t" r="r" b="b"/>
                <a:pathLst>
                  <a:path w="79" h="95" extrusionOk="0">
                    <a:moveTo>
                      <a:pt x="65" y="0"/>
                    </a:moveTo>
                    <a:cubicBezTo>
                      <a:pt x="65" y="0"/>
                      <a:pt x="81" y="21"/>
                      <a:pt x="79" y="32"/>
                    </a:cubicBezTo>
                    <a:cubicBezTo>
                      <a:pt x="77" y="44"/>
                      <a:pt x="63" y="60"/>
                      <a:pt x="43" y="74"/>
                    </a:cubicBezTo>
                    <a:cubicBezTo>
                      <a:pt x="23" y="87"/>
                      <a:pt x="18" y="95"/>
                      <a:pt x="18" y="95"/>
                    </a:cubicBezTo>
                    <a:lnTo>
                      <a:pt x="0" y="63"/>
                    </a:lnTo>
                    <a:cubicBezTo>
                      <a:pt x="0" y="63"/>
                      <a:pt x="37" y="47"/>
                      <a:pt x="45" y="41"/>
                    </a:cubicBezTo>
                    <a:cubicBezTo>
                      <a:pt x="54" y="34"/>
                      <a:pt x="71" y="15"/>
                      <a:pt x="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22"/>
              <p:cNvSpPr/>
              <p:nvPr/>
            </p:nvSpPr>
            <p:spPr>
              <a:xfrm flipH="1">
                <a:off x="2851013" y="2528906"/>
                <a:ext cx="22131" cy="44261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16" y="0"/>
                    </a:moveTo>
                    <a:cubicBezTo>
                      <a:pt x="16" y="0"/>
                      <a:pt x="15" y="27"/>
                      <a:pt x="31" y="38"/>
                    </a:cubicBezTo>
                    <a:cubicBezTo>
                      <a:pt x="11" y="58"/>
                      <a:pt x="10" y="62"/>
                      <a:pt x="10" y="62"/>
                    </a:cubicBezTo>
                    <a:cubicBezTo>
                      <a:pt x="10" y="62"/>
                      <a:pt x="3" y="47"/>
                      <a:pt x="1" y="33"/>
                    </a:cubicBezTo>
                    <a:cubicBezTo>
                      <a:pt x="-1" y="19"/>
                      <a:pt x="0" y="7"/>
                      <a:pt x="0" y="7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2"/>
              <p:cNvSpPr/>
              <p:nvPr/>
            </p:nvSpPr>
            <p:spPr>
              <a:xfrm flipH="1">
                <a:off x="2798184" y="2418253"/>
                <a:ext cx="87098" cy="122789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72" extrusionOk="0">
                    <a:moveTo>
                      <a:pt x="122" y="80"/>
                    </a:moveTo>
                    <a:cubicBezTo>
                      <a:pt x="122" y="80"/>
                      <a:pt x="114" y="93"/>
                      <a:pt x="106" y="110"/>
                    </a:cubicBezTo>
                    <a:cubicBezTo>
                      <a:pt x="100" y="122"/>
                      <a:pt x="104" y="136"/>
                      <a:pt x="95" y="142"/>
                    </a:cubicBezTo>
                    <a:cubicBezTo>
                      <a:pt x="52" y="176"/>
                      <a:pt x="43" y="171"/>
                      <a:pt x="31" y="172"/>
                    </a:cubicBezTo>
                    <a:cubicBezTo>
                      <a:pt x="19" y="173"/>
                      <a:pt x="17" y="172"/>
                      <a:pt x="13" y="167"/>
                    </a:cubicBezTo>
                    <a:cubicBezTo>
                      <a:pt x="8" y="161"/>
                      <a:pt x="2" y="127"/>
                      <a:pt x="1" y="113"/>
                    </a:cubicBezTo>
                    <a:cubicBezTo>
                      <a:pt x="1" y="100"/>
                      <a:pt x="4" y="85"/>
                      <a:pt x="2" y="79"/>
                    </a:cubicBezTo>
                    <a:cubicBezTo>
                      <a:pt x="-1" y="72"/>
                      <a:pt x="-1" y="59"/>
                      <a:pt x="3" y="43"/>
                    </a:cubicBezTo>
                    <a:cubicBezTo>
                      <a:pt x="3" y="43"/>
                      <a:pt x="1" y="23"/>
                      <a:pt x="24" y="11"/>
                    </a:cubicBezTo>
                    <a:cubicBezTo>
                      <a:pt x="47" y="-1"/>
                      <a:pt x="81" y="-6"/>
                      <a:pt x="101" y="11"/>
                    </a:cubicBezTo>
                    <a:cubicBezTo>
                      <a:pt x="121" y="29"/>
                      <a:pt x="122" y="80"/>
                      <a:pt x="122" y="80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15325" rIns="81625" bIns="153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2"/>
              <p:cNvSpPr/>
              <p:nvPr/>
            </p:nvSpPr>
            <p:spPr>
              <a:xfrm flipH="1">
                <a:off x="2607567" y="2470367"/>
                <a:ext cx="31412" cy="42833"/>
              </a:xfrm>
              <a:custGeom>
                <a:avLst/>
                <a:gdLst/>
                <a:ahLst/>
                <a:cxnLst/>
                <a:rect l="l" t="t" r="r" b="b"/>
                <a:pathLst>
                  <a:path w="44" h="60" extrusionOk="0">
                    <a:moveTo>
                      <a:pt x="34" y="57"/>
                    </a:moveTo>
                    <a:cubicBezTo>
                      <a:pt x="34" y="57"/>
                      <a:pt x="27" y="56"/>
                      <a:pt x="24" y="58"/>
                    </a:cubicBezTo>
                    <a:cubicBezTo>
                      <a:pt x="21" y="60"/>
                      <a:pt x="16" y="60"/>
                      <a:pt x="12" y="59"/>
                    </a:cubicBezTo>
                    <a:cubicBezTo>
                      <a:pt x="8" y="57"/>
                      <a:pt x="8" y="54"/>
                      <a:pt x="8" y="54"/>
                    </a:cubicBezTo>
                    <a:cubicBezTo>
                      <a:pt x="8" y="54"/>
                      <a:pt x="2" y="53"/>
                      <a:pt x="0" y="50"/>
                    </a:cubicBezTo>
                    <a:cubicBezTo>
                      <a:pt x="-3" y="46"/>
                      <a:pt x="6" y="36"/>
                      <a:pt x="6" y="36"/>
                    </a:cubicBezTo>
                    <a:cubicBezTo>
                      <a:pt x="6" y="36"/>
                      <a:pt x="4" y="32"/>
                      <a:pt x="2" y="28"/>
                    </a:cubicBezTo>
                    <a:cubicBezTo>
                      <a:pt x="1" y="24"/>
                      <a:pt x="4" y="16"/>
                      <a:pt x="7" y="13"/>
                    </a:cubicBezTo>
                    <a:cubicBezTo>
                      <a:pt x="10" y="9"/>
                      <a:pt x="13" y="3"/>
                      <a:pt x="13" y="3"/>
                    </a:cubicBezTo>
                    <a:cubicBezTo>
                      <a:pt x="13" y="3"/>
                      <a:pt x="34" y="-3"/>
                      <a:pt x="35" y="1"/>
                    </a:cubicBezTo>
                    <a:cubicBezTo>
                      <a:pt x="37" y="5"/>
                      <a:pt x="54" y="54"/>
                      <a:pt x="34" y="57"/>
                    </a:cubicBezTo>
                    <a:close/>
                  </a:path>
                </a:pathLst>
              </a:custGeom>
              <a:solidFill>
                <a:srgbClr val="38291A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2"/>
              <p:cNvSpPr/>
              <p:nvPr/>
            </p:nvSpPr>
            <p:spPr>
              <a:xfrm flipH="1">
                <a:off x="2600428" y="2468225"/>
                <a:ext cx="37837" cy="59967"/>
              </a:xfrm>
              <a:custGeom>
                <a:avLst/>
                <a:gdLst/>
                <a:ahLst/>
                <a:cxnLst/>
                <a:rect l="l" t="t" r="r" b="b"/>
                <a:pathLst>
                  <a:path w="53" h="84" extrusionOk="0">
                    <a:moveTo>
                      <a:pt x="53" y="48"/>
                    </a:moveTo>
                    <a:cubicBezTo>
                      <a:pt x="52" y="57"/>
                      <a:pt x="51" y="62"/>
                      <a:pt x="44" y="68"/>
                    </a:cubicBezTo>
                    <a:cubicBezTo>
                      <a:pt x="37" y="73"/>
                      <a:pt x="27" y="81"/>
                      <a:pt x="28" y="84"/>
                    </a:cubicBezTo>
                    <a:cubicBezTo>
                      <a:pt x="10" y="79"/>
                      <a:pt x="25" y="64"/>
                      <a:pt x="26" y="63"/>
                    </a:cubicBezTo>
                    <a:cubicBezTo>
                      <a:pt x="28" y="62"/>
                      <a:pt x="38" y="57"/>
                      <a:pt x="38" y="57"/>
                    </a:cubicBezTo>
                    <a:cubicBezTo>
                      <a:pt x="38" y="57"/>
                      <a:pt x="28" y="57"/>
                      <a:pt x="26" y="57"/>
                    </a:cubicBezTo>
                    <a:cubicBezTo>
                      <a:pt x="25" y="57"/>
                      <a:pt x="18" y="62"/>
                      <a:pt x="14" y="61"/>
                    </a:cubicBezTo>
                    <a:cubicBezTo>
                      <a:pt x="10" y="61"/>
                      <a:pt x="11" y="53"/>
                      <a:pt x="11" y="53"/>
                    </a:cubicBezTo>
                    <a:lnTo>
                      <a:pt x="7" y="55"/>
                    </a:lnTo>
                    <a:cubicBezTo>
                      <a:pt x="7" y="55"/>
                      <a:pt x="0" y="51"/>
                      <a:pt x="0" y="48"/>
                    </a:cubicBezTo>
                    <a:cubicBezTo>
                      <a:pt x="0" y="45"/>
                      <a:pt x="7" y="37"/>
                      <a:pt x="7" y="37"/>
                    </a:cubicBezTo>
                    <a:cubicBezTo>
                      <a:pt x="7" y="37"/>
                      <a:pt x="2" y="33"/>
                      <a:pt x="1" y="31"/>
                    </a:cubicBezTo>
                    <a:cubicBezTo>
                      <a:pt x="0" y="28"/>
                      <a:pt x="3" y="22"/>
                      <a:pt x="5" y="20"/>
                    </a:cubicBezTo>
                    <a:cubicBezTo>
                      <a:pt x="7" y="18"/>
                      <a:pt x="22" y="6"/>
                      <a:pt x="24" y="4"/>
                    </a:cubicBezTo>
                    <a:cubicBezTo>
                      <a:pt x="26" y="2"/>
                      <a:pt x="37" y="0"/>
                      <a:pt x="37" y="0"/>
                    </a:cubicBezTo>
                    <a:lnTo>
                      <a:pt x="37" y="0"/>
                    </a:lnTo>
                    <a:cubicBezTo>
                      <a:pt x="37" y="1"/>
                      <a:pt x="37" y="1"/>
                      <a:pt x="37" y="1"/>
                    </a:cubicBezTo>
                    <a:cubicBezTo>
                      <a:pt x="37" y="1"/>
                      <a:pt x="46" y="3"/>
                      <a:pt x="45" y="9"/>
                    </a:cubicBezTo>
                    <a:cubicBezTo>
                      <a:pt x="44" y="14"/>
                      <a:pt x="45" y="19"/>
                      <a:pt x="45" y="19"/>
                    </a:cubicBezTo>
                    <a:cubicBezTo>
                      <a:pt x="45" y="19"/>
                      <a:pt x="49" y="22"/>
                      <a:pt x="51" y="26"/>
                    </a:cubicBezTo>
                    <a:cubicBezTo>
                      <a:pt x="52" y="31"/>
                      <a:pt x="52" y="38"/>
                      <a:pt x="52" y="38"/>
                    </a:cubicBezTo>
                    <a:cubicBezTo>
                      <a:pt x="52" y="38"/>
                      <a:pt x="54" y="38"/>
                      <a:pt x="53" y="48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22"/>
              <p:cNvSpPr/>
              <p:nvPr/>
            </p:nvSpPr>
            <p:spPr>
              <a:xfrm flipH="1">
                <a:off x="2783191" y="2401119"/>
                <a:ext cx="102804" cy="100659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1" extrusionOk="0">
                    <a:moveTo>
                      <a:pt x="97" y="124"/>
                    </a:moveTo>
                    <a:cubicBezTo>
                      <a:pt x="97" y="124"/>
                      <a:pt x="96" y="114"/>
                      <a:pt x="88" y="106"/>
                    </a:cubicBezTo>
                    <a:cubicBezTo>
                      <a:pt x="80" y="98"/>
                      <a:pt x="74" y="89"/>
                      <a:pt x="74" y="87"/>
                    </a:cubicBezTo>
                    <a:cubicBezTo>
                      <a:pt x="74" y="84"/>
                      <a:pt x="74" y="62"/>
                      <a:pt x="71" y="60"/>
                    </a:cubicBezTo>
                    <a:cubicBezTo>
                      <a:pt x="69" y="58"/>
                      <a:pt x="51" y="54"/>
                      <a:pt x="40" y="56"/>
                    </a:cubicBezTo>
                    <a:cubicBezTo>
                      <a:pt x="28" y="57"/>
                      <a:pt x="13" y="51"/>
                      <a:pt x="13" y="51"/>
                    </a:cubicBezTo>
                    <a:cubicBezTo>
                      <a:pt x="13" y="51"/>
                      <a:pt x="5" y="53"/>
                      <a:pt x="4" y="62"/>
                    </a:cubicBezTo>
                    <a:cubicBezTo>
                      <a:pt x="3" y="71"/>
                      <a:pt x="1" y="79"/>
                      <a:pt x="1" y="79"/>
                    </a:cubicBezTo>
                    <a:cubicBezTo>
                      <a:pt x="1" y="79"/>
                      <a:pt x="-3" y="62"/>
                      <a:pt x="7" y="42"/>
                    </a:cubicBezTo>
                    <a:cubicBezTo>
                      <a:pt x="17" y="23"/>
                      <a:pt x="39" y="4"/>
                      <a:pt x="62" y="1"/>
                    </a:cubicBezTo>
                    <a:cubicBezTo>
                      <a:pt x="84" y="-3"/>
                      <a:pt x="111" y="12"/>
                      <a:pt x="119" y="20"/>
                    </a:cubicBezTo>
                    <a:cubicBezTo>
                      <a:pt x="126" y="28"/>
                      <a:pt x="137" y="30"/>
                      <a:pt x="142" y="56"/>
                    </a:cubicBezTo>
                    <a:cubicBezTo>
                      <a:pt x="148" y="82"/>
                      <a:pt x="139" y="110"/>
                      <a:pt x="133" y="120"/>
                    </a:cubicBezTo>
                    <a:cubicBezTo>
                      <a:pt x="127" y="130"/>
                      <a:pt x="114" y="141"/>
                      <a:pt x="114" y="141"/>
                    </a:cubicBezTo>
                    <a:cubicBezTo>
                      <a:pt x="114" y="141"/>
                      <a:pt x="132" y="109"/>
                      <a:pt x="122" y="106"/>
                    </a:cubicBezTo>
                    <a:cubicBezTo>
                      <a:pt x="112" y="104"/>
                      <a:pt x="106" y="107"/>
                      <a:pt x="105" y="110"/>
                    </a:cubicBezTo>
                    <a:cubicBezTo>
                      <a:pt x="104" y="113"/>
                      <a:pt x="102" y="127"/>
                      <a:pt x="102" y="127"/>
                    </a:cubicBezTo>
                    <a:lnTo>
                      <a:pt x="97" y="1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5225" rIns="81625" bIns="5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22"/>
              <p:cNvSpPr/>
              <p:nvPr/>
            </p:nvSpPr>
            <p:spPr>
              <a:xfrm flipH="1">
                <a:off x="2793186" y="2475364"/>
                <a:ext cx="19990" cy="29983"/>
              </a:xfrm>
              <a:custGeom>
                <a:avLst/>
                <a:gdLst/>
                <a:ahLst/>
                <a:cxnLst/>
                <a:rect l="l" t="t" r="r" b="b"/>
                <a:pathLst>
                  <a:path w="28" h="42" extrusionOk="0">
                    <a:moveTo>
                      <a:pt x="3" y="11"/>
                    </a:moveTo>
                    <a:cubicBezTo>
                      <a:pt x="3" y="11"/>
                      <a:pt x="5" y="-1"/>
                      <a:pt x="19" y="0"/>
                    </a:cubicBezTo>
                    <a:cubicBezTo>
                      <a:pt x="34" y="1"/>
                      <a:pt x="26" y="15"/>
                      <a:pt x="22" y="22"/>
                    </a:cubicBezTo>
                    <a:cubicBezTo>
                      <a:pt x="18" y="29"/>
                      <a:pt x="10" y="41"/>
                      <a:pt x="9" y="42"/>
                    </a:cubicBezTo>
                    <a:cubicBezTo>
                      <a:pt x="7" y="43"/>
                      <a:pt x="2" y="43"/>
                      <a:pt x="1" y="39"/>
                    </a:cubicBezTo>
                    <a:cubicBezTo>
                      <a:pt x="-1" y="34"/>
                      <a:pt x="-1" y="36"/>
                      <a:pt x="0" y="32"/>
                    </a:cubicBezTo>
                    <a:cubicBezTo>
                      <a:pt x="1" y="28"/>
                      <a:pt x="4" y="19"/>
                      <a:pt x="3" y="17"/>
                    </a:cubicBezTo>
                    <a:cubicBezTo>
                      <a:pt x="2" y="16"/>
                      <a:pt x="3" y="11"/>
                      <a:pt x="3" y="11"/>
                    </a:cubicBezTo>
                    <a:close/>
                  </a:path>
                </a:pathLst>
              </a:custGeom>
              <a:solidFill>
                <a:srgbClr val="745739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2"/>
              <p:cNvSpPr/>
              <p:nvPr/>
            </p:nvSpPr>
            <p:spPr>
              <a:xfrm flipH="1">
                <a:off x="2600428" y="2494639"/>
                <a:ext cx="31412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8" extrusionOk="0">
                    <a:moveTo>
                      <a:pt x="43" y="1"/>
                    </a:moveTo>
                    <a:cubicBezTo>
                      <a:pt x="43" y="1"/>
                      <a:pt x="23" y="0"/>
                      <a:pt x="22" y="1"/>
                    </a:cubicBezTo>
                    <a:cubicBezTo>
                      <a:pt x="21" y="1"/>
                      <a:pt x="6" y="8"/>
                      <a:pt x="4" y="10"/>
                    </a:cubicBezTo>
                    <a:cubicBezTo>
                      <a:pt x="2" y="11"/>
                      <a:pt x="0" y="17"/>
                      <a:pt x="0" y="17"/>
                    </a:cubicBezTo>
                    <a:lnTo>
                      <a:pt x="2" y="18"/>
                    </a:lnTo>
                    <a:cubicBezTo>
                      <a:pt x="2" y="18"/>
                      <a:pt x="4" y="11"/>
                      <a:pt x="5" y="10"/>
                    </a:cubicBezTo>
                    <a:cubicBezTo>
                      <a:pt x="6" y="10"/>
                      <a:pt x="22" y="2"/>
                      <a:pt x="23" y="2"/>
                    </a:cubicBezTo>
                    <a:cubicBezTo>
                      <a:pt x="24" y="2"/>
                      <a:pt x="44" y="3"/>
                      <a:pt x="44" y="3"/>
                    </a:cubicBez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38291A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22"/>
              <p:cNvSpPr/>
              <p:nvPr/>
            </p:nvSpPr>
            <p:spPr>
              <a:xfrm flipH="1">
                <a:off x="2606139" y="2480361"/>
                <a:ext cx="27129" cy="14278"/>
              </a:xfrm>
              <a:custGeom>
                <a:avLst/>
                <a:gdLst/>
                <a:ahLst/>
                <a:cxnLst/>
                <a:rect l="l" t="t" r="r" b="b"/>
                <a:pathLst>
                  <a:path w="38" h="20" extrusionOk="0">
                    <a:moveTo>
                      <a:pt x="0" y="20"/>
                    </a:moveTo>
                    <a:cubicBezTo>
                      <a:pt x="0" y="20"/>
                      <a:pt x="8" y="12"/>
                      <a:pt x="11" y="11"/>
                    </a:cubicBezTo>
                    <a:cubicBezTo>
                      <a:pt x="13" y="10"/>
                      <a:pt x="18" y="4"/>
                      <a:pt x="22" y="4"/>
                    </a:cubicBezTo>
                    <a:cubicBezTo>
                      <a:pt x="26" y="3"/>
                      <a:pt x="38" y="2"/>
                      <a:pt x="38" y="2"/>
                    </a:cubicBezTo>
                    <a:lnTo>
                      <a:pt x="38" y="0"/>
                    </a:lnTo>
                    <a:cubicBezTo>
                      <a:pt x="38" y="0"/>
                      <a:pt x="27" y="0"/>
                      <a:pt x="24" y="1"/>
                    </a:cubicBezTo>
                    <a:cubicBezTo>
                      <a:pt x="21" y="2"/>
                      <a:pt x="14" y="6"/>
                      <a:pt x="11" y="9"/>
                    </a:cubicBezTo>
                    <a:cubicBezTo>
                      <a:pt x="8" y="11"/>
                      <a:pt x="0" y="17"/>
                      <a:pt x="0" y="20"/>
                    </a:cubicBezTo>
                    <a:close/>
                  </a:path>
                </a:pathLst>
              </a:custGeom>
              <a:solidFill>
                <a:srgbClr val="38291A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2"/>
              <p:cNvSpPr/>
              <p:nvPr/>
            </p:nvSpPr>
            <p:spPr>
              <a:xfrm flipH="1">
                <a:off x="2598286" y="2528906"/>
                <a:ext cx="57113" cy="131356"/>
              </a:xfrm>
              <a:custGeom>
                <a:avLst/>
                <a:gdLst/>
                <a:ahLst/>
                <a:cxnLst/>
                <a:rect l="l" t="t" r="r" b="b"/>
                <a:pathLst>
                  <a:path w="80" h="184" extrusionOk="0">
                    <a:moveTo>
                      <a:pt x="6" y="0"/>
                    </a:moveTo>
                    <a:cubicBezTo>
                      <a:pt x="6" y="0"/>
                      <a:pt x="7" y="30"/>
                      <a:pt x="6" y="48"/>
                    </a:cubicBezTo>
                    <a:cubicBezTo>
                      <a:pt x="5" y="66"/>
                      <a:pt x="4" y="105"/>
                      <a:pt x="4" y="105"/>
                    </a:cubicBezTo>
                    <a:cubicBezTo>
                      <a:pt x="4" y="105"/>
                      <a:pt x="-6" y="133"/>
                      <a:pt x="5" y="153"/>
                    </a:cubicBezTo>
                    <a:cubicBezTo>
                      <a:pt x="15" y="172"/>
                      <a:pt x="27" y="183"/>
                      <a:pt x="39" y="184"/>
                    </a:cubicBezTo>
                    <a:cubicBezTo>
                      <a:pt x="50" y="185"/>
                      <a:pt x="68" y="177"/>
                      <a:pt x="73" y="167"/>
                    </a:cubicBezTo>
                    <a:cubicBezTo>
                      <a:pt x="78" y="157"/>
                      <a:pt x="81" y="97"/>
                      <a:pt x="79" y="90"/>
                    </a:cubicBezTo>
                    <a:cubicBezTo>
                      <a:pt x="78" y="83"/>
                      <a:pt x="62" y="12"/>
                      <a:pt x="60" y="8"/>
                    </a:cubicBezTo>
                    <a:cubicBezTo>
                      <a:pt x="57" y="4"/>
                      <a:pt x="53" y="2"/>
                      <a:pt x="53" y="2"/>
                    </a:cubicBezTo>
                    <a:cubicBezTo>
                      <a:pt x="53" y="2"/>
                      <a:pt x="58" y="22"/>
                      <a:pt x="53" y="25"/>
                    </a:cubicBezTo>
                    <a:cubicBezTo>
                      <a:pt x="49" y="28"/>
                      <a:pt x="10" y="35"/>
                      <a:pt x="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1625" tIns="19250" rIns="81625" bIns="192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2"/>
              <p:cNvSpPr/>
              <p:nvPr/>
            </p:nvSpPr>
            <p:spPr>
              <a:xfrm flipH="1">
                <a:off x="2753207" y="2752353"/>
                <a:ext cx="156347" cy="63536"/>
              </a:xfrm>
              <a:custGeom>
                <a:avLst/>
                <a:gdLst/>
                <a:ahLst/>
                <a:cxnLst/>
                <a:rect l="l" t="t" r="r" b="b"/>
                <a:pathLst>
                  <a:path w="219" h="89" extrusionOk="0">
                    <a:moveTo>
                      <a:pt x="0" y="0"/>
                    </a:moveTo>
                    <a:cubicBezTo>
                      <a:pt x="0" y="0"/>
                      <a:pt x="13" y="42"/>
                      <a:pt x="64" y="58"/>
                    </a:cubicBezTo>
                    <a:cubicBezTo>
                      <a:pt x="115" y="74"/>
                      <a:pt x="197" y="56"/>
                      <a:pt x="218" y="33"/>
                    </a:cubicBezTo>
                    <a:cubicBezTo>
                      <a:pt x="220" y="57"/>
                      <a:pt x="219" y="54"/>
                      <a:pt x="219" y="60"/>
                    </a:cubicBezTo>
                    <a:cubicBezTo>
                      <a:pt x="219" y="60"/>
                      <a:pt x="152" y="105"/>
                      <a:pt x="62" y="84"/>
                    </a:cubicBezTo>
                    <a:cubicBezTo>
                      <a:pt x="11" y="72"/>
                      <a:pt x="0" y="27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2"/>
              <p:cNvSpPr/>
              <p:nvPr/>
            </p:nvSpPr>
            <p:spPr>
              <a:xfrm flipH="1">
                <a:off x="2785333" y="2791617"/>
                <a:ext cx="6425" cy="22131"/>
              </a:xfrm>
              <a:custGeom>
                <a:avLst/>
                <a:gdLst/>
                <a:ahLst/>
                <a:cxnLst/>
                <a:rect l="l" t="t" r="r" b="b"/>
                <a:pathLst>
                  <a:path w="9" h="31" extrusionOk="0">
                    <a:moveTo>
                      <a:pt x="6" y="0"/>
                    </a:moveTo>
                    <a:lnTo>
                      <a:pt x="9" y="28"/>
                    </a:lnTo>
                    <a:lnTo>
                      <a:pt x="2" y="31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2"/>
              <p:cNvSpPr/>
              <p:nvPr/>
            </p:nvSpPr>
            <p:spPr>
              <a:xfrm flipH="1">
                <a:off x="2828882" y="2797328"/>
                <a:ext cx="4997" cy="20703"/>
              </a:xfrm>
              <a:custGeom>
                <a:avLst/>
                <a:gdLst/>
                <a:ahLst/>
                <a:cxnLst/>
                <a:rect l="l" t="t" r="r" b="b"/>
                <a:pathLst>
                  <a:path w="7" h="29" extrusionOk="0">
                    <a:moveTo>
                      <a:pt x="6" y="0"/>
                    </a:moveTo>
                    <a:lnTo>
                      <a:pt x="7" y="29"/>
                    </a:lnTo>
                    <a:lnTo>
                      <a:pt x="0" y="29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22"/>
              <p:cNvSpPr/>
              <p:nvPr/>
            </p:nvSpPr>
            <p:spPr>
              <a:xfrm flipH="1">
                <a:off x="2890992" y="2775198"/>
                <a:ext cx="3570" cy="27128"/>
              </a:xfrm>
              <a:custGeom>
                <a:avLst/>
                <a:gdLst/>
                <a:ahLst/>
                <a:cxnLst/>
                <a:rect l="l" t="t" r="r" b="b"/>
                <a:pathLst>
                  <a:path w="5" h="38" extrusionOk="0">
                    <a:moveTo>
                      <a:pt x="5" y="5"/>
                    </a:moveTo>
                    <a:lnTo>
                      <a:pt x="5" y="38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22"/>
              <p:cNvSpPr/>
              <p:nvPr/>
            </p:nvSpPr>
            <p:spPr>
              <a:xfrm flipH="1">
                <a:off x="2756062" y="2778767"/>
                <a:ext cx="6425" cy="22131"/>
              </a:xfrm>
              <a:custGeom>
                <a:avLst/>
                <a:gdLst/>
                <a:ahLst/>
                <a:cxnLst/>
                <a:rect l="l" t="t" r="r" b="b"/>
                <a:pathLst>
                  <a:path w="9" h="31" extrusionOk="0">
                    <a:moveTo>
                      <a:pt x="6" y="0"/>
                    </a:moveTo>
                    <a:lnTo>
                      <a:pt x="9" y="29"/>
                    </a:lnTo>
                    <a:lnTo>
                      <a:pt x="2" y="31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22"/>
              <p:cNvSpPr/>
              <p:nvPr/>
            </p:nvSpPr>
            <p:spPr>
              <a:xfrm flipH="1">
                <a:off x="2854583" y="2788048"/>
                <a:ext cx="24987" cy="28556"/>
              </a:xfrm>
              <a:custGeom>
                <a:avLst/>
                <a:gdLst/>
                <a:ahLst/>
                <a:cxnLst/>
                <a:rect l="l" t="t" r="r" b="b"/>
                <a:pathLst>
                  <a:path w="35" h="40" extrusionOk="0">
                    <a:moveTo>
                      <a:pt x="35" y="12"/>
                    </a:moveTo>
                    <a:lnTo>
                      <a:pt x="33" y="40"/>
                    </a:lnTo>
                    <a:cubicBezTo>
                      <a:pt x="7" y="39"/>
                      <a:pt x="0" y="30"/>
                      <a:pt x="0" y="30"/>
                    </a:cubicBezTo>
                    <a:lnTo>
                      <a:pt x="2" y="0"/>
                    </a:lnTo>
                    <a:cubicBezTo>
                      <a:pt x="2" y="0"/>
                      <a:pt x="24" y="10"/>
                      <a:pt x="35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1625" tIns="0" rIns="8162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7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6"/>
          <p:cNvSpPr txBox="1">
            <a:spLocks noGrp="1"/>
          </p:cNvSpPr>
          <p:nvPr>
            <p:ph type="subTitle" idx="1"/>
          </p:nvPr>
        </p:nvSpPr>
        <p:spPr>
          <a:xfrm>
            <a:off x="552451" y="1469191"/>
            <a:ext cx="5356222" cy="1007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Presented By 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" sz="1800" dirty="0"/>
              <a:t>Atharv Sanajy Gujarathi              WRO0713596</a:t>
            </a:r>
          </a:p>
          <a:p>
            <a:pPr marL="342900" lvl="0" indent="-342900">
              <a:buFont typeface="+mj-lt"/>
              <a:buAutoNum type="arabicPeriod"/>
            </a:pPr>
            <a:r>
              <a:rPr lang="en" sz="1800" dirty="0"/>
              <a:t>Prajyot Anil Thakare                    WRO0672176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2" name="Google Shape;658;p26">
            <a:extLst>
              <a:ext uri="{FF2B5EF4-FFF2-40B4-BE49-F238E27FC236}">
                <a16:creationId xmlns:a16="http://schemas.microsoft.com/office/drawing/2014/main" id="{37EB232D-A989-C97D-FCD4-2B1AC9C149F0}"/>
              </a:ext>
            </a:extLst>
          </p:cNvPr>
          <p:cNvSpPr txBox="1">
            <a:spLocks/>
          </p:cNvSpPr>
          <p:nvPr/>
        </p:nvSpPr>
        <p:spPr>
          <a:xfrm>
            <a:off x="552451" y="2683821"/>
            <a:ext cx="6717926" cy="121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800" dirty="0"/>
              <a:t>THE INSTITUTE OF CHARTERED ACCOUNTANTS OF INDIA</a:t>
            </a:r>
          </a:p>
          <a:p>
            <a:pPr marL="0" indent="0"/>
            <a:r>
              <a:rPr lang="en-US" sz="1800" dirty="0"/>
              <a:t>(NASHIK BRANCH WICASA)</a:t>
            </a:r>
            <a:endParaRPr lang="en-IN" dirty="0"/>
          </a:p>
        </p:txBody>
      </p:sp>
      <p:sp>
        <p:nvSpPr>
          <p:cNvPr id="657" name="Google Shape;657;p26"/>
          <p:cNvSpPr txBox="1">
            <a:spLocks noGrp="1"/>
          </p:cNvSpPr>
          <p:nvPr>
            <p:ph type="ctrTitle"/>
          </p:nvPr>
        </p:nvSpPr>
        <p:spPr>
          <a:xfrm>
            <a:off x="2450280" y="-292846"/>
            <a:ext cx="4398195" cy="22359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dirty="0">
                <a:latin typeface="Colonna MT" panose="04020805060202030203" pitchFamily="82" charset="0"/>
              </a:rPr>
              <a:t>SERVE-ON</a:t>
            </a:r>
            <a:endParaRPr sz="5300" dirty="0">
              <a:latin typeface="Colonna MT" panose="04020805060202030203" pitchFamily="8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437027" y="510267"/>
            <a:ext cx="2188395" cy="8510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9"/>
          <p:cNvSpPr txBox="1">
            <a:spLocks noGrp="1"/>
          </p:cNvSpPr>
          <p:nvPr>
            <p:ph type="title"/>
          </p:nvPr>
        </p:nvSpPr>
        <p:spPr>
          <a:xfrm>
            <a:off x="585951" y="3558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Problem Statement</a:t>
            </a:r>
            <a:endParaRPr u="sng" dirty="0"/>
          </a:p>
        </p:txBody>
      </p:sp>
      <p:sp>
        <p:nvSpPr>
          <p:cNvPr id="822" name="Google Shape;822;p29"/>
          <p:cNvSpPr txBox="1">
            <a:spLocks noGrp="1"/>
          </p:cNvSpPr>
          <p:nvPr>
            <p:ph type="subTitle" idx="1"/>
          </p:nvPr>
        </p:nvSpPr>
        <p:spPr>
          <a:xfrm>
            <a:off x="585950" y="928524"/>
            <a:ext cx="7972099" cy="3718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400" dirty="0"/>
              <a:t>With the ever-emerging India, </a:t>
            </a:r>
            <a:r>
              <a:rPr lang="en-US" sz="1400" b="1" dirty="0"/>
              <a:t>home services </a:t>
            </a:r>
            <a:r>
              <a:rPr lang="en-US" sz="1400" dirty="0"/>
              <a:t>are growing like a meteor in the industry. Each and every individual surges for the demand for a new thing in the market to cut down the over-exhausted time period and utilize the same on some valuable worksheet.</a:t>
            </a:r>
          </a:p>
          <a:p>
            <a:pPr marL="0" indent="0">
              <a:buNone/>
            </a:pPr>
            <a:endParaRPr lang="en-US" sz="1400" dirty="0"/>
          </a:p>
          <a:p>
            <a:pPr marL="171450" indent="-171450"/>
            <a:r>
              <a:rPr lang="en-US" sz="1400" dirty="0"/>
              <a:t>Lack of resources, unaware about services being provided in market causes person to use their precious time for </a:t>
            </a:r>
            <a:r>
              <a:rPr lang="en-US" sz="1400" b="1" dirty="0"/>
              <a:t>No Worthy Jobs.</a:t>
            </a:r>
          </a:p>
          <a:p>
            <a:pPr marL="171450" indent="-171450"/>
            <a:endParaRPr lang="en-US" sz="1400" dirty="0"/>
          </a:p>
          <a:p>
            <a:pPr marL="171450" indent="-171450"/>
            <a:r>
              <a:rPr lang="en-US" sz="1400" dirty="0"/>
              <a:t>The routine of an </a:t>
            </a:r>
            <a:r>
              <a:rPr lang="en-US" sz="1400" b="1" dirty="0"/>
              <a:t>urban settler </a:t>
            </a:r>
            <a:r>
              <a:rPr lang="en-US" sz="1400" dirty="0"/>
              <a:t>is too tiresome that one loses the motivation to search and acquire home services physically</a:t>
            </a:r>
            <a:r>
              <a:rPr lang="en-US" b="0" i="0" dirty="0">
                <a:solidFill>
                  <a:srgbClr val="716C80"/>
                </a:solidFill>
                <a:effectLst/>
                <a:highlight>
                  <a:srgbClr val="FFFFFF"/>
                </a:highlight>
                <a:latin typeface="Nunito" panose="020F0502020204030204" pitchFamily="2" charset="0"/>
              </a:rPr>
              <a:t>.</a:t>
            </a:r>
          </a:p>
          <a:p>
            <a:pPr marL="171450" indent="-171450"/>
            <a:endParaRPr lang="en-US" sz="1400" dirty="0"/>
          </a:p>
          <a:p>
            <a:pPr marL="171450" indent="-171450"/>
            <a:r>
              <a:rPr lang="en-US" sz="1400" dirty="0"/>
              <a:t>Most of the contractors providing traditional home services are strangers to their hosts. Thus, there is a considerable </a:t>
            </a:r>
            <a:r>
              <a:rPr lang="en-US" sz="1400" b="1" dirty="0"/>
              <a:t>trust deficit</a:t>
            </a:r>
            <a:r>
              <a:rPr lang="en-US" b="0" i="0" dirty="0">
                <a:solidFill>
                  <a:srgbClr val="716C80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</a:t>
            </a:r>
          </a:p>
          <a:p>
            <a:pPr marL="171450" indent="-171450"/>
            <a:endParaRPr lang="en-US" dirty="0">
              <a:solidFill>
                <a:srgbClr val="716C80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marL="171450" indent="-171450"/>
            <a:r>
              <a:rPr lang="en-US" sz="1400" b="1" dirty="0"/>
              <a:t>Lack of co-ordination</a:t>
            </a:r>
            <a:r>
              <a:rPr lang="en-US" sz="1400" dirty="0"/>
              <a:t> among service providers to client causing unnecessary time wastage.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b="1" dirty="0"/>
          </a:p>
          <a:p>
            <a:pPr marL="171450" indent="-171450"/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BBE7B6-A368-AE94-9910-DEF97156D4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2"/>
          <p:cNvSpPr txBox="1">
            <a:spLocks noGrp="1"/>
          </p:cNvSpPr>
          <p:nvPr>
            <p:ph type="title"/>
          </p:nvPr>
        </p:nvSpPr>
        <p:spPr>
          <a:xfrm>
            <a:off x="245139" y="133053"/>
            <a:ext cx="7704000" cy="372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Solution</a:t>
            </a:r>
            <a:endParaRPr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3ABBA2-2083-908A-A394-11818BC8821D}"/>
              </a:ext>
            </a:extLst>
          </p:cNvPr>
          <p:cNvSpPr txBox="1"/>
          <p:nvPr/>
        </p:nvSpPr>
        <p:spPr>
          <a:xfrm>
            <a:off x="219739" y="992325"/>
            <a:ext cx="39611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/>
              <a:t>Serve On having access to number of service providers can offer best services across multiple locations.</a:t>
            </a:r>
          </a:p>
          <a:p>
            <a:pPr marL="342900" indent="-342900" algn="just">
              <a:buAutoNum type="arabicPeriod"/>
            </a:pPr>
            <a:endParaRPr lang="en-US" dirty="0"/>
          </a:p>
          <a:p>
            <a:pPr marL="342900" indent="-342900" algn="just">
              <a:buAutoNum type="arabicPeriod"/>
            </a:pPr>
            <a:r>
              <a:rPr lang="en-US" dirty="0"/>
              <a:t>Serve On is a platform provides home services with Quality, Reliability, timely. </a:t>
            </a:r>
          </a:p>
          <a:p>
            <a:pPr marL="342900" indent="-342900" algn="just">
              <a:buAutoNum type="arabicPeriod"/>
            </a:pPr>
            <a:endParaRPr lang="en-US" dirty="0"/>
          </a:p>
          <a:p>
            <a:pPr marL="342900" indent="-342900" algn="just">
              <a:buAutoNum type="arabicPeriod"/>
            </a:pPr>
            <a:r>
              <a:rPr lang="en-US" dirty="0"/>
              <a:t>Consumption of services without interruptions in clients operations.</a:t>
            </a:r>
          </a:p>
          <a:p>
            <a:pPr algn="just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D727C-75D7-02CF-2055-09E9EB2A724D}"/>
              </a:ext>
            </a:extLst>
          </p:cNvPr>
          <p:cNvSpPr txBox="1"/>
          <p:nvPr/>
        </p:nvSpPr>
        <p:spPr>
          <a:xfrm>
            <a:off x="4532213" y="2851971"/>
            <a:ext cx="39611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Skilled Professional Service Providers.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One Stop Platform to Various Services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Dependency of Contractors/Agencies for Outsourced continuous services.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3E02FA-1820-ECFE-84C0-C9775B1180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  <p:pic>
        <p:nvPicPr>
          <p:cNvPr id="1026" name="Picture 2" descr="HOME - Services">
            <a:extLst>
              <a:ext uri="{FF2B5EF4-FFF2-40B4-BE49-F238E27FC236}">
                <a16:creationId xmlns:a16="http://schemas.microsoft.com/office/drawing/2014/main" id="{35D926A0-BCD3-2D5D-1DEC-4C97ECD3C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65" y="3112175"/>
            <a:ext cx="3961101" cy="177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P Unique Selling Proposition business ...">
            <a:extLst>
              <a:ext uri="{FF2B5EF4-FFF2-40B4-BE49-F238E27FC236}">
                <a16:creationId xmlns:a16="http://schemas.microsoft.com/office/drawing/2014/main" id="{F271CBC1-9CCC-D630-4392-67A46D5F0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99" y="666690"/>
            <a:ext cx="3097739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3"/>
          <p:cNvSpPr txBox="1">
            <a:spLocks noGrp="1"/>
          </p:cNvSpPr>
          <p:nvPr>
            <p:ph type="title"/>
          </p:nvPr>
        </p:nvSpPr>
        <p:spPr>
          <a:xfrm>
            <a:off x="359371" y="1543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Market Opportunity</a:t>
            </a:r>
            <a:endParaRPr u="sng" dirty="0"/>
          </a:p>
        </p:txBody>
      </p:sp>
      <p:sp>
        <p:nvSpPr>
          <p:cNvPr id="1065" name="Google Shape;1065;p33"/>
          <p:cNvSpPr txBox="1">
            <a:spLocks noGrp="1"/>
          </p:cNvSpPr>
          <p:nvPr>
            <p:ph type="subTitle" idx="5"/>
          </p:nvPr>
        </p:nvSpPr>
        <p:spPr>
          <a:xfrm>
            <a:off x="1298771" y="10980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Target Market</a:t>
            </a:r>
            <a:endParaRPr sz="2000" dirty="0"/>
          </a:p>
        </p:txBody>
      </p:sp>
      <p:sp>
        <p:nvSpPr>
          <p:cNvPr id="1068" name="Google Shape;1068;p33"/>
          <p:cNvSpPr/>
          <p:nvPr/>
        </p:nvSpPr>
        <p:spPr>
          <a:xfrm>
            <a:off x="448580" y="1058488"/>
            <a:ext cx="774000" cy="4491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oogle Shape;1108;p33">
            <a:extLst>
              <a:ext uri="{FF2B5EF4-FFF2-40B4-BE49-F238E27FC236}">
                <a16:creationId xmlns:a16="http://schemas.microsoft.com/office/drawing/2014/main" id="{C32D1719-60BE-84A4-404C-CB6DC969F0F2}"/>
              </a:ext>
            </a:extLst>
          </p:cNvPr>
          <p:cNvGrpSpPr/>
          <p:nvPr/>
        </p:nvGrpSpPr>
        <p:grpSpPr>
          <a:xfrm>
            <a:off x="648503" y="1153018"/>
            <a:ext cx="348020" cy="278382"/>
            <a:chOff x="6674617" y="1182501"/>
            <a:chExt cx="413473" cy="331249"/>
          </a:xfrm>
        </p:grpSpPr>
        <p:sp>
          <p:nvSpPr>
            <p:cNvPr id="4" name="Google Shape;1109;p33">
              <a:extLst>
                <a:ext uri="{FF2B5EF4-FFF2-40B4-BE49-F238E27FC236}">
                  <a16:creationId xmlns:a16="http://schemas.microsoft.com/office/drawing/2014/main" id="{236DCFFA-0C07-1C10-9FCE-C82A8BB525B4}"/>
                </a:ext>
              </a:extLst>
            </p:cNvPr>
            <p:cNvSpPr/>
            <p:nvPr/>
          </p:nvSpPr>
          <p:spPr>
            <a:xfrm>
              <a:off x="6700459" y="1225258"/>
              <a:ext cx="361788" cy="251374"/>
            </a:xfrm>
            <a:custGeom>
              <a:avLst/>
              <a:gdLst/>
              <a:ahLst/>
              <a:cxnLst/>
              <a:rect l="l" t="t" r="r" b="b"/>
              <a:pathLst>
                <a:path w="770" h="535" extrusionOk="0">
                  <a:moveTo>
                    <a:pt x="770" y="314"/>
                  </a:moveTo>
                  <a:lnTo>
                    <a:pt x="753" y="340"/>
                  </a:lnTo>
                  <a:lnTo>
                    <a:pt x="770" y="365"/>
                  </a:lnTo>
                  <a:lnTo>
                    <a:pt x="770" y="504"/>
                  </a:lnTo>
                  <a:lnTo>
                    <a:pt x="385" y="535"/>
                  </a:lnTo>
                  <a:lnTo>
                    <a:pt x="0" y="504"/>
                  </a:lnTo>
                  <a:lnTo>
                    <a:pt x="0" y="365"/>
                  </a:lnTo>
                  <a:lnTo>
                    <a:pt x="16" y="339"/>
                  </a:lnTo>
                  <a:lnTo>
                    <a:pt x="0" y="314"/>
                  </a:lnTo>
                  <a:lnTo>
                    <a:pt x="0" y="0"/>
                  </a:lnTo>
                  <a:lnTo>
                    <a:pt x="41" y="106"/>
                  </a:lnTo>
                  <a:cubicBezTo>
                    <a:pt x="55" y="142"/>
                    <a:pt x="90" y="165"/>
                    <a:pt x="129" y="165"/>
                  </a:cubicBezTo>
                  <a:cubicBezTo>
                    <a:pt x="166" y="165"/>
                    <a:pt x="202" y="142"/>
                    <a:pt x="216" y="106"/>
                  </a:cubicBezTo>
                  <a:lnTo>
                    <a:pt x="257" y="0"/>
                  </a:lnTo>
                  <a:lnTo>
                    <a:pt x="298" y="106"/>
                  </a:lnTo>
                  <a:cubicBezTo>
                    <a:pt x="312" y="142"/>
                    <a:pt x="346" y="165"/>
                    <a:pt x="385" y="165"/>
                  </a:cubicBezTo>
                  <a:cubicBezTo>
                    <a:pt x="422" y="165"/>
                    <a:pt x="458" y="142"/>
                    <a:pt x="472" y="106"/>
                  </a:cubicBezTo>
                  <a:lnTo>
                    <a:pt x="513" y="0"/>
                  </a:lnTo>
                  <a:lnTo>
                    <a:pt x="554" y="106"/>
                  </a:lnTo>
                  <a:cubicBezTo>
                    <a:pt x="568" y="142"/>
                    <a:pt x="603" y="165"/>
                    <a:pt x="642" y="165"/>
                  </a:cubicBezTo>
                  <a:cubicBezTo>
                    <a:pt x="679" y="165"/>
                    <a:pt x="715" y="142"/>
                    <a:pt x="729" y="106"/>
                  </a:cubicBezTo>
                  <a:lnTo>
                    <a:pt x="770" y="0"/>
                  </a:lnTo>
                  <a:lnTo>
                    <a:pt x="770" y="3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10;p33">
              <a:extLst>
                <a:ext uri="{FF2B5EF4-FFF2-40B4-BE49-F238E27FC236}">
                  <a16:creationId xmlns:a16="http://schemas.microsoft.com/office/drawing/2014/main" id="{6704E38D-D92F-E24B-CA19-3322A19F8A86}"/>
                </a:ext>
              </a:extLst>
            </p:cNvPr>
            <p:cNvSpPr/>
            <p:nvPr/>
          </p:nvSpPr>
          <p:spPr>
            <a:xfrm>
              <a:off x="6881354" y="1225258"/>
              <a:ext cx="180894" cy="251374"/>
            </a:xfrm>
            <a:custGeom>
              <a:avLst/>
              <a:gdLst/>
              <a:ahLst/>
              <a:cxnLst/>
              <a:rect l="l" t="t" r="r" b="b"/>
              <a:pathLst>
                <a:path w="385" h="535" extrusionOk="0">
                  <a:moveTo>
                    <a:pt x="385" y="314"/>
                  </a:moveTo>
                  <a:lnTo>
                    <a:pt x="368" y="340"/>
                  </a:lnTo>
                  <a:lnTo>
                    <a:pt x="385" y="365"/>
                  </a:lnTo>
                  <a:lnTo>
                    <a:pt x="385" y="504"/>
                  </a:lnTo>
                  <a:lnTo>
                    <a:pt x="0" y="535"/>
                  </a:lnTo>
                  <a:lnTo>
                    <a:pt x="0" y="165"/>
                  </a:lnTo>
                  <a:cubicBezTo>
                    <a:pt x="37" y="165"/>
                    <a:pt x="73" y="142"/>
                    <a:pt x="87" y="106"/>
                  </a:cubicBezTo>
                  <a:lnTo>
                    <a:pt x="128" y="0"/>
                  </a:lnTo>
                  <a:lnTo>
                    <a:pt x="169" y="106"/>
                  </a:lnTo>
                  <a:cubicBezTo>
                    <a:pt x="183" y="142"/>
                    <a:pt x="218" y="165"/>
                    <a:pt x="257" y="165"/>
                  </a:cubicBezTo>
                  <a:cubicBezTo>
                    <a:pt x="294" y="165"/>
                    <a:pt x="330" y="142"/>
                    <a:pt x="344" y="106"/>
                  </a:cubicBezTo>
                  <a:lnTo>
                    <a:pt x="385" y="0"/>
                  </a:lnTo>
                  <a:lnTo>
                    <a:pt x="385" y="3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11;p33">
              <a:extLst>
                <a:ext uri="{FF2B5EF4-FFF2-40B4-BE49-F238E27FC236}">
                  <a16:creationId xmlns:a16="http://schemas.microsoft.com/office/drawing/2014/main" id="{FF347969-CBD9-5E99-7204-2F99299770C7}"/>
                </a:ext>
              </a:extLst>
            </p:cNvPr>
            <p:cNvSpPr/>
            <p:nvPr/>
          </p:nvSpPr>
          <p:spPr>
            <a:xfrm>
              <a:off x="6674617" y="1182501"/>
              <a:ext cx="51684" cy="51684"/>
            </a:xfrm>
            <a:custGeom>
              <a:avLst/>
              <a:gdLst/>
              <a:ahLst/>
              <a:cxnLst/>
              <a:rect l="l" t="t" r="r" b="b"/>
              <a:pathLst>
                <a:path w="110" h="110" extrusionOk="0">
                  <a:moveTo>
                    <a:pt x="55" y="0"/>
                  </a:moveTo>
                  <a:cubicBezTo>
                    <a:pt x="86" y="0"/>
                    <a:pt x="110" y="25"/>
                    <a:pt x="110" y="55"/>
                  </a:cubicBezTo>
                  <a:cubicBezTo>
                    <a:pt x="110" y="85"/>
                    <a:pt x="86" y="110"/>
                    <a:pt x="55" y="110"/>
                  </a:cubicBezTo>
                  <a:cubicBezTo>
                    <a:pt x="25" y="110"/>
                    <a:pt x="0" y="85"/>
                    <a:pt x="0" y="55"/>
                  </a:cubicBezTo>
                  <a:cubicBezTo>
                    <a:pt x="0" y="25"/>
                    <a:pt x="25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12;p33">
              <a:extLst>
                <a:ext uri="{FF2B5EF4-FFF2-40B4-BE49-F238E27FC236}">
                  <a16:creationId xmlns:a16="http://schemas.microsoft.com/office/drawing/2014/main" id="{254AD3E1-3DEB-6C0E-2788-02D6F1C29315}"/>
                </a:ext>
              </a:extLst>
            </p:cNvPr>
            <p:cNvSpPr/>
            <p:nvPr/>
          </p:nvSpPr>
          <p:spPr>
            <a:xfrm>
              <a:off x="6795370" y="1182501"/>
              <a:ext cx="51684" cy="51684"/>
            </a:xfrm>
            <a:custGeom>
              <a:avLst/>
              <a:gdLst/>
              <a:ahLst/>
              <a:cxnLst/>
              <a:rect l="l" t="t" r="r" b="b"/>
              <a:pathLst>
                <a:path w="110" h="110" extrusionOk="0">
                  <a:moveTo>
                    <a:pt x="55" y="0"/>
                  </a:moveTo>
                  <a:cubicBezTo>
                    <a:pt x="85" y="0"/>
                    <a:pt x="110" y="25"/>
                    <a:pt x="110" y="55"/>
                  </a:cubicBezTo>
                  <a:cubicBezTo>
                    <a:pt x="110" y="85"/>
                    <a:pt x="85" y="110"/>
                    <a:pt x="55" y="110"/>
                  </a:cubicBezTo>
                  <a:cubicBezTo>
                    <a:pt x="24" y="110"/>
                    <a:pt x="0" y="85"/>
                    <a:pt x="0" y="55"/>
                  </a:cubicBezTo>
                  <a:cubicBezTo>
                    <a:pt x="0" y="25"/>
                    <a:pt x="24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13;p33">
              <a:extLst>
                <a:ext uri="{FF2B5EF4-FFF2-40B4-BE49-F238E27FC236}">
                  <a16:creationId xmlns:a16="http://schemas.microsoft.com/office/drawing/2014/main" id="{F9AB1C96-1310-4227-5F7A-8A7D1FB0928D}"/>
                </a:ext>
              </a:extLst>
            </p:cNvPr>
            <p:cNvSpPr/>
            <p:nvPr/>
          </p:nvSpPr>
          <p:spPr>
            <a:xfrm>
              <a:off x="6915653" y="1182501"/>
              <a:ext cx="51684" cy="51684"/>
            </a:xfrm>
            <a:custGeom>
              <a:avLst/>
              <a:gdLst/>
              <a:ahLst/>
              <a:cxnLst/>
              <a:rect l="l" t="t" r="r" b="b"/>
              <a:pathLst>
                <a:path w="110" h="110" extrusionOk="0">
                  <a:moveTo>
                    <a:pt x="55" y="0"/>
                  </a:moveTo>
                  <a:cubicBezTo>
                    <a:pt x="86" y="0"/>
                    <a:pt x="110" y="25"/>
                    <a:pt x="110" y="55"/>
                  </a:cubicBezTo>
                  <a:cubicBezTo>
                    <a:pt x="110" y="85"/>
                    <a:pt x="86" y="110"/>
                    <a:pt x="55" y="110"/>
                  </a:cubicBezTo>
                  <a:cubicBezTo>
                    <a:pt x="25" y="110"/>
                    <a:pt x="0" y="85"/>
                    <a:pt x="0" y="55"/>
                  </a:cubicBezTo>
                  <a:cubicBezTo>
                    <a:pt x="0" y="25"/>
                    <a:pt x="25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14;p33">
              <a:extLst>
                <a:ext uri="{FF2B5EF4-FFF2-40B4-BE49-F238E27FC236}">
                  <a16:creationId xmlns:a16="http://schemas.microsoft.com/office/drawing/2014/main" id="{DE14A97C-8A33-6ADA-1F7C-15F96CC188F7}"/>
                </a:ext>
              </a:extLst>
            </p:cNvPr>
            <p:cNvSpPr/>
            <p:nvPr/>
          </p:nvSpPr>
          <p:spPr>
            <a:xfrm>
              <a:off x="7036406" y="1182501"/>
              <a:ext cx="51684" cy="51684"/>
            </a:xfrm>
            <a:custGeom>
              <a:avLst/>
              <a:gdLst/>
              <a:ahLst/>
              <a:cxnLst/>
              <a:rect l="l" t="t" r="r" b="b"/>
              <a:pathLst>
                <a:path w="110" h="110" extrusionOk="0">
                  <a:moveTo>
                    <a:pt x="55" y="0"/>
                  </a:moveTo>
                  <a:cubicBezTo>
                    <a:pt x="85" y="0"/>
                    <a:pt x="110" y="25"/>
                    <a:pt x="110" y="55"/>
                  </a:cubicBezTo>
                  <a:cubicBezTo>
                    <a:pt x="110" y="85"/>
                    <a:pt x="85" y="110"/>
                    <a:pt x="55" y="110"/>
                  </a:cubicBezTo>
                  <a:cubicBezTo>
                    <a:pt x="25" y="110"/>
                    <a:pt x="0" y="85"/>
                    <a:pt x="0" y="55"/>
                  </a:cubicBezTo>
                  <a:cubicBezTo>
                    <a:pt x="0" y="25"/>
                    <a:pt x="25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15;p33">
              <a:extLst>
                <a:ext uri="{FF2B5EF4-FFF2-40B4-BE49-F238E27FC236}">
                  <a16:creationId xmlns:a16="http://schemas.microsoft.com/office/drawing/2014/main" id="{8FE77258-2E58-4790-7775-2711CA896471}"/>
                </a:ext>
              </a:extLst>
            </p:cNvPr>
            <p:cNvSpPr/>
            <p:nvPr/>
          </p:nvSpPr>
          <p:spPr>
            <a:xfrm>
              <a:off x="6700459" y="1372793"/>
              <a:ext cx="51684" cy="23963"/>
            </a:xfrm>
            <a:custGeom>
              <a:avLst/>
              <a:gdLst/>
              <a:ahLst/>
              <a:cxnLst/>
              <a:rect l="l" t="t" r="r" b="b"/>
              <a:pathLst>
                <a:path w="110" h="51" extrusionOk="0">
                  <a:moveTo>
                    <a:pt x="0" y="0"/>
                  </a:moveTo>
                  <a:lnTo>
                    <a:pt x="110" y="0"/>
                  </a:lnTo>
                  <a:lnTo>
                    <a:pt x="110" y="51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16;p33">
              <a:extLst>
                <a:ext uri="{FF2B5EF4-FFF2-40B4-BE49-F238E27FC236}">
                  <a16:creationId xmlns:a16="http://schemas.microsoft.com/office/drawing/2014/main" id="{265456A6-4348-25A7-11D4-064D766C0416}"/>
                </a:ext>
              </a:extLst>
            </p:cNvPr>
            <p:cNvSpPr/>
            <p:nvPr/>
          </p:nvSpPr>
          <p:spPr>
            <a:xfrm>
              <a:off x="7010564" y="1372793"/>
              <a:ext cx="51684" cy="23963"/>
            </a:xfrm>
            <a:custGeom>
              <a:avLst/>
              <a:gdLst/>
              <a:ahLst/>
              <a:cxnLst/>
              <a:rect l="l" t="t" r="r" b="b"/>
              <a:pathLst>
                <a:path w="110" h="51" extrusionOk="0">
                  <a:moveTo>
                    <a:pt x="0" y="0"/>
                  </a:moveTo>
                  <a:lnTo>
                    <a:pt x="110" y="0"/>
                  </a:lnTo>
                  <a:lnTo>
                    <a:pt x="110" y="51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17;p33">
              <a:extLst>
                <a:ext uri="{FF2B5EF4-FFF2-40B4-BE49-F238E27FC236}">
                  <a16:creationId xmlns:a16="http://schemas.microsoft.com/office/drawing/2014/main" id="{9F858F00-FA41-5685-534B-4154A33C5E5B}"/>
                </a:ext>
              </a:extLst>
            </p:cNvPr>
            <p:cNvSpPr/>
            <p:nvPr/>
          </p:nvSpPr>
          <p:spPr>
            <a:xfrm>
              <a:off x="6795370" y="1359167"/>
              <a:ext cx="51684" cy="51684"/>
            </a:xfrm>
            <a:custGeom>
              <a:avLst/>
              <a:gdLst/>
              <a:ahLst/>
              <a:cxnLst/>
              <a:rect l="l" t="t" r="r" b="b"/>
              <a:pathLst>
                <a:path w="110" h="110" extrusionOk="0">
                  <a:moveTo>
                    <a:pt x="55" y="0"/>
                  </a:moveTo>
                  <a:cubicBezTo>
                    <a:pt x="85" y="0"/>
                    <a:pt x="110" y="24"/>
                    <a:pt x="110" y="55"/>
                  </a:cubicBezTo>
                  <a:cubicBezTo>
                    <a:pt x="110" y="85"/>
                    <a:pt x="85" y="110"/>
                    <a:pt x="55" y="110"/>
                  </a:cubicBezTo>
                  <a:cubicBezTo>
                    <a:pt x="24" y="110"/>
                    <a:pt x="0" y="85"/>
                    <a:pt x="0" y="55"/>
                  </a:cubicBezTo>
                  <a:cubicBezTo>
                    <a:pt x="0" y="24"/>
                    <a:pt x="24" y="0"/>
                    <a:pt x="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18;p33">
              <a:extLst>
                <a:ext uri="{FF2B5EF4-FFF2-40B4-BE49-F238E27FC236}">
                  <a16:creationId xmlns:a16="http://schemas.microsoft.com/office/drawing/2014/main" id="{235A7AE4-520D-066C-0E07-37E64970C21F}"/>
                </a:ext>
              </a:extLst>
            </p:cNvPr>
            <p:cNvSpPr/>
            <p:nvPr/>
          </p:nvSpPr>
          <p:spPr>
            <a:xfrm>
              <a:off x="6915653" y="1359167"/>
              <a:ext cx="51684" cy="51214"/>
            </a:xfrm>
            <a:custGeom>
              <a:avLst/>
              <a:gdLst/>
              <a:ahLst/>
              <a:cxnLst/>
              <a:rect l="l" t="t" r="r" b="b"/>
              <a:pathLst>
                <a:path w="110" h="109" extrusionOk="0">
                  <a:moveTo>
                    <a:pt x="55" y="0"/>
                  </a:moveTo>
                  <a:cubicBezTo>
                    <a:pt x="86" y="0"/>
                    <a:pt x="110" y="24"/>
                    <a:pt x="110" y="54"/>
                  </a:cubicBezTo>
                  <a:cubicBezTo>
                    <a:pt x="110" y="85"/>
                    <a:pt x="86" y="109"/>
                    <a:pt x="55" y="109"/>
                  </a:cubicBezTo>
                  <a:cubicBezTo>
                    <a:pt x="25" y="109"/>
                    <a:pt x="0" y="85"/>
                    <a:pt x="0" y="54"/>
                  </a:cubicBezTo>
                  <a:cubicBezTo>
                    <a:pt x="0" y="24"/>
                    <a:pt x="25" y="0"/>
                    <a:pt x="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19;p33">
              <a:extLst>
                <a:ext uri="{FF2B5EF4-FFF2-40B4-BE49-F238E27FC236}">
                  <a16:creationId xmlns:a16="http://schemas.microsoft.com/office/drawing/2014/main" id="{686B921A-3E20-2C6E-52DE-C9C839D82192}"/>
                </a:ext>
              </a:extLst>
            </p:cNvPr>
            <p:cNvSpPr/>
            <p:nvPr/>
          </p:nvSpPr>
          <p:spPr>
            <a:xfrm>
              <a:off x="6700459" y="1462066"/>
              <a:ext cx="361788" cy="51684"/>
            </a:xfrm>
            <a:custGeom>
              <a:avLst/>
              <a:gdLst/>
              <a:ahLst/>
              <a:cxnLst/>
              <a:rect l="l" t="t" r="r" b="b"/>
              <a:pathLst>
                <a:path w="770" h="110" extrusionOk="0">
                  <a:moveTo>
                    <a:pt x="0" y="0"/>
                  </a:moveTo>
                  <a:lnTo>
                    <a:pt x="770" y="0"/>
                  </a:lnTo>
                  <a:lnTo>
                    <a:pt x="770" y="110"/>
                  </a:lnTo>
                  <a:lnTo>
                    <a:pt x="0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20;p33">
              <a:extLst>
                <a:ext uri="{FF2B5EF4-FFF2-40B4-BE49-F238E27FC236}">
                  <a16:creationId xmlns:a16="http://schemas.microsoft.com/office/drawing/2014/main" id="{D9AC68AF-8559-658B-95D1-C4B256F6D2CD}"/>
                </a:ext>
              </a:extLst>
            </p:cNvPr>
            <p:cNvSpPr/>
            <p:nvPr/>
          </p:nvSpPr>
          <p:spPr>
            <a:xfrm>
              <a:off x="6881354" y="1462066"/>
              <a:ext cx="180894" cy="51684"/>
            </a:xfrm>
            <a:custGeom>
              <a:avLst/>
              <a:gdLst/>
              <a:ahLst/>
              <a:cxnLst/>
              <a:rect l="l" t="t" r="r" b="b"/>
              <a:pathLst>
                <a:path w="385" h="110" extrusionOk="0">
                  <a:moveTo>
                    <a:pt x="0" y="0"/>
                  </a:moveTo>
                  <a:lnTo>
                    <a:pt x="385" y="0"/>
                  </a:lnTo>
                  <a:lnTo>
                    <a:pt x="385" y="110"/>
                  </a:lnTo>
                  <a:lnTo>
                    <a:pt x="0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A739B41-C4F8-0743-35EC-F91417EC517B}"/>
              </a:ext>
            </a:extLst>
          </p:cNvPr>
          <p:cNvSpPr txBox="1"/>
          <p:nvPr/>
        </p:nvSpPr>
        <p:spPr>
          <a:xfrm>
            <a:off x="1298771" y="1649242"/>
            <a:ext cx="6638729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/>
            <a:r>
              <a:rPr lang="en-US" dirty="0"/>
              <a:t> </a:t>
            </a:r>
            <a:r>
              <a:rPr lang="en-US" b="1" dirty="0"/>
              <a:t>(a</a:t>
            </a:r>
            <a:r>
              <a:rPr lang="en-US" sz="1600" b="1" dirty="0"/>
              <a:t>)  </a:t>
            </a:r>
            <a:r>
              <a:rPr lang="en-US" sz="1800" b="1" dirty="0">
                <a:solidFill>
                  <a:schemeClr val="dk1"/>
                </a:solidFill>
                <a:latin typeface="Bookman Old Style" panose="02050604050505020204" pitchFamily="18" charset="0"/>
                <a:sym typeface="Figtree"/>
              </a:rPr>
              <a:t>Niche Market  </a:t>
            </a:r>
            <a:r>
              <a:rPr lang="en-US" b="1" dirty="0"/>
              <a:t>:</a:t>
            </a:r>
            <a:r>
              <a:rPr lang="en-US" dirty="0"/>
              <a:t>–   </a:t>
            </a:r>
          </a:p>
          <a:p>
            <a:pPr lvl="6" algn="just"/>
            <a:r>
              <a:rPr lang="en-US" dirty="0">
                <a:latin typeface="Bookman Old Style" panose="02050604050505020204" pitchFamily="18" charset="0"/>
              </a:rPr>
              <a:t>       </a:t>
            </a:r>
            <a:r>
              <a:rPr lang="en-US" sz="1500" dirty="0">
                <a:latin typeface="Bookman Old Style" panose="02050604050505020204" pitchFamily="18" charset="0"/>
              </a:rPr>
              <a:t>People with low price sensitivity.</a:t>
            </a:r>
          </a:p>
          <a:p>
            <a:pPr lvl="4" algn="just"/>
            <a:r>
              <a:rPr lang="en-US" sz="1500" dirty="0">
                <a:latin typeface="Bookman Old Style" panose="02050604050505020204" pitchFamily="18" charset="0"/>
              </a:rPr>
              <a:t>      They will be provided services on Subscription/Premium method. </a:t>
            </a:r>
          </a:p>
          <a:p>
            <a:pPr lvl="4" algn="just"/>
            <a:r>
              <a:rPr lang="en-US" sz="1500" dirty="0">
                <a:latin typeface="Bookman Old Style" panose="02050604050505020204" pitchFamily="18" charset="0"/>
              </a:rPr>
              <a:t>      They will have access to regular services after every specified</a:t>
            </a:r>
          </a:p>
          <a:p>
            <a:pPr lvl="4" algn="just"/>
            <a:r>
              <a:rPr lang="en-US" sz="1500" dirty="0">
                <a:latin typeface="Bookman Old Style" panose="02050604050505020204" pitchFamily="18" charset="0"/>
              </a:rPr>
              <a:t>      period on </a:t>
            </a:r>
            <a:r>
              <a:rPr lang="en-US" sz="1500" b="1" dirty="0">
                <a:latin typeface="Bookman Old Style" panose="02050604050505020204" pitchFamily="18" charset="0"/>
              </a:rPr>
              <a:t>auto-check</a:t>
            </a:r>
            <a:r>
              <a:rPr lang="en-US" sz="1500" dirty="0">
                <a:latin typeface="Bookman Old Style" panose="02050604050505020204" pitchFamily="18" charset="0"/>
              </a:rPr>
              <a:t> mode through our professional</a:t>
            </a:r>
            <a:r>
              <a:rPr lang="en-US" dirty="0"/>
              <a:t>. </a:t>
            </a:r>
          </a:p>
          <a:p>
            <a:pPr lvl="4" algn="just"/>
            <a:endParaRPr lang="en-US" dirty="0"/>
          </a:p>
          <a:p>
            <a:pPr marL="342900" indent="-342900" algn="just">
              <a:buAutoNum type="alphaLcParenBoth" startAt="2"/>
            </a:pPr>
            <a:r>
              <a:rPr lang="en-US" sz="1800" b="1" dirty="0">
                <a:solidFill>
                  <a:schemeClr val="dk1"/>
                </a:solidFill>
                <a:latin typeface="Bookman Old Style" panose="02050604050505020204" pitchFamily="18" charset="0"/>
              </a:rPr>
              <a:t>Agency / Contracts </a:t>
            </a:r>
            <a:r>
              <a:rPr lang="en-US" b="1" dirty="0"/>
              <a:t>:-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       </a:t>
            </a:r>
            <a:r>
              <a:rPr lang="en-US" sz="1500" dirty="0">
                <a:latin typeface="Bookman Old Style" panose="02050604050505020204" pitchFamily="18" charset="0"/>
              </a:rPr>
              <a:t>These are companies that sells product with after sales services.</a:t>
            </a:r>
          </a:p>
          <a:p>
            <a:pPr algn="just"/>
            <a:r>
              <a:rPr lang="en-US" sz="1500" dirty="0">
                <a:latin typeface="Bookman Old Style" panose="02050604050505020204" pitchFamily="18" charset="0"/>
              </a:rPr>
              <a:t>      Tying up with them to provide </a:t>
            </a:r>
            <a:r>
              <a:rPr lang="en-US" sz="1500" b="1" dirty="0">
                <a:latin typeface="Bookman Old Style" panose="02050604050505020204" pitchFamily="18" charset="0"/>
              </a:rPr>
              <a:t>after sales services</a:t>
            </a:r>
            <a:r>
              <a:rPr lang="en-US" sz="1500" dirty="0">
                <a:latin typeface="Bookman Old Style" panose="02050604050505020204" pitchFamily="18" charset="0"/>
              </a:rPr>
              <a:t> for their</a:t>
            </a:r>
          </a:p>
          <a:p>
            <a:pPr algn="just"/>
            <a:r>
              <a:rPr lang="en-US" sz="1500" dirty="0">
                <a:latin typeface="Bookman Old Style" panose="02050604050505020204" pitchFamily="18" charset="0"/>
              </a:rPr>
              <a:t>      customers or listing them on our platform so that their</a:t>
            </a:r>
          </a:p>
          <a:p>
            <a:pPr algn="just"/>
            <a:r>
              <a:rPr lang="en-US" sz="1500" dirty="0">
                <a:latin typeface="Bookman Old Style" panose="02050604050505020204" pitchFamily="18" charset="0"/>
              </a:rPr>
              <a:t>      customers can easily reach out to them.</a:t>
            </a:r>
          </a:p>
          <a:p>
            <a:pPr lvl="4" algn="just"/>
            <a:endParaRPr lang="en-US" sz="1500" dirty="0"/>
          </a:p>
          <a:p>
            <a:pPr lvl="4" algn="just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3"/>
          <p:cNvSpPr txBox="1">
            <a:spLocks noGrp="1"/>
          </p:cNvSpPr>
          <p:nvPr>
            <p:ph type="subTitle" idx="6"/>
          </p:nvPr>
        </p:nvSpPr>
        <p:spPr>
          <a:xfrm>
            <a:off x="1361176" y="2692500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Benefits</a:t>
            </a:r>
            <a:endParaRPr dirty="0"/>
          </a:p>
        </p:txBody>
      </p:sp>
      <p:sp>
        <p:nvSpPr>
          <p:cNvPr id="1060" name="Google Shape;1060;p33"/>
          <p:cNvSpPr txBox="1">
            <a:spLocks noGrp="1"/>
          </p:cNvSpPr>
          <p:nvPr>
            <p:ph type="title"/>
          </p:nvPr>
        </p:nvSpPr>
        <p:spPr>
          <a:xfrm>
            <a:off x="359371" y="1543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Market Opportunity</a:t>
            </a:r>
            <a:endParaRPr u="sng" dirty="0"/>
          </a:p>
        </p:txBody>
      </p:sp>
      <p:sp>
        <p:nvSpPr>
          <p:cNvPr id="1062" name="Google Shape;1062;p33"/>
          <p:cNvSpPr txBox="1">
            <a:spLocks noGrp="1"/>
          </p:cNvSpPr>
          <p:nvPr>
            <p:ph type="subTitle" idx="2"/>
          </p:nvPr>
        </p:nvSpPr>
        <p:spPr>
          <a:xfrm>
            <a:off x="1372485" y="1235826"/>
            <a:ext cx="6435089" cy="1077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  <a:sym typeface="Arial"/>
              </a:rPr>
              <a:t>Market size for this type of services is approx. 6,500 Crore in India.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  <a:sym typeface="Arial"/>
              </a:rPr>
              <a:t>Market size of  all home services considered is approx. 70,000 Crore.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500" dirty="0">
              <a:solidFill>
                <a:srgbClr val="000000"/>
              </a:solidFill>
              <a:latin typeface="Bookman Old Style" panose="02050604050505020204" pitchFamily="18" charset="0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  <a:sym typeface="Arial"/>
              </a:rPr>
              <a:t>(taken from moneylife.in)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5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63" name="Google Shape;1063;p33"/>
          <p:cNvSpPr txBox="1">
            <a:spLocks noGrp="1"/>
          </p:cNvSpPr>
          <p:nvPr>
            <p:ph type="subTitle" idx="3"/>
          </p:nvPr>
        </p:nvSpPr>
        <p:spPr>
          <a:xfrm>
            <a:off x="1363666" y="2977131"/>
            <a:ext cx="6080625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</a:rPr>
              <a:t>Assured Service from Professional with punctuality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</a:rPr>
              <a:t>Contract providers be tense free of after sales service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Bookman Old Style" panose="02050604050505020204" pitchFamily="18" charset="0"/>
                <a:cs typeface="Arial"/>
              </a:rPr>
              <a:t>Timely Home Checkups to Premium Customers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5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66" name="Google Shape;1066;p33"/>
          <p:cNvSpPr txBox="1">
            <a:spLocks noGrp="1"/>
          </p:cNvSpPr>
          <p:nvPr>
            <p:ph type="subTitle" idx="7"/>
          </p:nvPr>
        </p:nvSpPr>
        <p:spPr>
          <a:xfrm>
            <a:off x="1336425" y="907525"/>
            <a:ext cx="2811000" cy="4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Size of Market</a:t>
            </a:r>
            <a:endParaRPr dirty="0"/>
          </a:p>
        </p:txBody>
      </p:sp>
      <p:sp>
        <p:nvSpPr>
          <p:cNvPr id="1069" name="Google Shape;1069;p33"/>
          <p:cNvSpPr/>
          <p:nvPr/>
        </p:nvSpPr>
        <p:spPr>
          <a:xfrm>
            <a:off x="499380" y="2660700"/>
            <a:ext cx="774000" cy="4491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0" name="Google Shape;1070;p33"/>
          <p:cNvSpPr/>
          <p:nvPr/>
        </p:nvSpPr>
        <p:spPr>
          <a:xfrm>
            <a:off x="486234" y="867988"/>
            <a:ext cx="774000" cy="4491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72" name="Google Shape;1072;p33"/>
          <p:cNvGrpSpPr/>
          <p:nvPr/>
        </p:nvGrpSpPr>
        <p:grpSpPr>
          <a:xfrm>
            <a:off x="719574" y="2721568"/>
            <a:ext cx="306890" cy="347484"/>
            <a:chOff x="5133959" y="1157599"/>
            <a:chExt cx="364608" cy="413474"/>
          </a:xfrm>
        </p:grpSpPr>
        <p:sp>
          <p:nvSpPr>
            <p:cNvPr id="1073" name="Google Shape;1073;p33"/>
            <p:cNvSpPr/>
            <p:nvPr/>
          </p:nvSpPr>
          <p:spPr>
            <a:xfrm>
              <a:off x="5211955" y="1157599"/>
              <a:ext cx="208616" cy="114645"/>
            </a:xfrm>
            <a:custGeom>
              <a:avLst/>
              <a:gdLst/>
              <a:ahLst/>
              <a:cxnLst/>
              <a:rect l="l" t="t" r="r" b="b"/>
              <a:pathLst>
                <a:path w="444" h="244" extrusionOk="0">
                  <a:moveTo>
                    <a:pt x="444" y="83"/>
                  </a:moveTo>
                  <a:cubicBezTo>
                    <a:pt x="444" y="160"/>
                    <a:pt x="382" y="222"/>
                    <a:pt x="305" y="222"/>
                  </a:cubicBezTo>
                  <a:lnTo>
                    <a:pt x="277" y="244"/>
                  </a:lnTo>
                  <a:lnTo>
                    <a:pt x="167" y="244"/>
                  </a:lnTo>
                  <a:lnTo>
                    <a:pt x="139" y="222"/>
                  </a:lnTo>
                  <a:cubicBezTo>
                    <a:pt x="101" y="222"/>
                    <a:pt x="66" y="206"/>
                    <a:pt x="41" y="181"/>
                  </a:cubicBezTo>
                  <a:cubicBezTo>
                    <a:pt x="16" y="156"/>
                    <a:pt x="0" y="122"/>
                    <a:pt x="0" y="83"/>
                  </a:cubicBezTo>
                  <a:cubicBezTo>
                    <a:pt x="0" y="60"/>
                    <a:pt x="10" y="40"/>
                    <a:pt x="25" y="25"/>
                  </a:cubicBezTo>
                  <a:cubicBezTo>
                    <a:pt x="40" y="9"/>
                    <a:pt x="60" y="0"/>
                    <a:pt x="83" y="0"/>
                  </a:cubicBezTo>
                  <a:cubicBezTo>
                    <a:pt x="129" y="0"/>
                    <a:pt x="167" y="37"/>
                    <a:pt x="167" y="83"/>
                  </a:cubicBezTo>
                  <a:lnTo>
                    <a:pt x="167" y="166"/>
                  </a:lnTo>
                  <a:lnTo>
                    <a:pt x="277" y="166"/>
                  </a:lnTo>
                  <a:lnTo>
                    <a:pt x="277" y="83"/>
                  </a:lnTo>
                  <a:cubicBezTo>
                    <a:pt x="277" y="37"/>
                    <a:pt x="315" y="0"/>
                    <a:pt x="360" y="0"/>
                  </a:cubicBezTo>
                  <a:cubicBezTo>
                    <a:pt x="383" y="0"/>
                    <a:pt x="404" y="9"/>
                    <a:pt x="419" y="25"/>
                  </a:cubicBezTo>
                  <a:cubicBezTo>
                    <a:pt x="434" y="40"/>
                    <a:pt x="444" y="60"/>
                    <a:pt x="444" y="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5316263" y="1157599"/>
              <a:ext cx="104308" cy="114645"/>
            </a:xfrm>
            <a:custGeom>
              <a:avLst/>
              <a:gdLst/>
              <a:ahLst/>
              <a:cxnLst/>
              <a:rect l="l" t="t" r="r" b="b"/>
              <a:pathLst>
                <a:path w="222" h="244" extrusionOk="0">
                  <a:moveTo>
                    <a:pt x="222" y="83"/>
                  </a:moveTo>
                  <a:cubicBezTo>
                    <a:pt x="222" y="160"/>
                    <a:pt x="160" y="222"/>
                    <a:pt x="83" y="222"/>
                  </a:cubicBezTo>
                  <a:lnTo>
                    <a:pt x="55" y="244"/>
                  </a:lnTo>
                  <a:lnTo>
                    <a:pt x="0" y="244"/>
                  </a:lnTo>
                  <a:lnTo>
                    <a:pt x="0" y="166"/>
                  </a:lnTo>
                  <a:lnTo>
                    <a:pt x="55" y="166"/>
                  </a:lnTo>
                  <a:lnTo>
                    <a:pt x="55" y="83"/>
                  </a:lnTo>
                  <a:cubicBezTo>
                    <a:pt x="55" y="37"/>
                    <a:pt x="93" y="0"/>
                    <a:pt x="138" y="0"/>
                  </a:cubicBezTo>
                  <a:cubicBezTo>
                    <a:pt x="161" y="0"/>
                    <a:pt x="182" y="9"/>
                    <a:pt x="197" y="25"/>
                  </a:cubicBezTo>
                  <a:cubicBezTo>
                    <a:pt x="212" y="40"/>
                    <a:pt x="222" y="60"/>
                    <a:pt x="222" y="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5160271" y="1299965"/>
              <a:ext cx="311984" cy="248085"/>
            </a:xfrm>
            <a:custGeom>
              <a:avLst/>
              <a:gdLst/>
              <a:ahLst/>
              <a:cxnLst/>
              <a:rect l="l" t="t" r="r" b="b"/>
              <a:pathLst>
                <a:path w="664" h="528" extrusionOk="0">
                  <a:moveTo>
                    <a:pt x="0" y="0"/>
                  </a:moveTo>
                  <a:lnTo>
                    <a:pt x="664" y="0"/>
                  </a:lnTo>
                  <a:lnTo>
                    <a:pt x="664" y="528"/>
                  </a:lnTo>
                  <a:lnTo>
                    <a:pt x="0" y="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5316263" y="1299965"/>
              <a:ext cx="155992" cy="248085"/>
            </a:xfrm>
            <a:custGeom>
              <a:avLst/>
              <a:gdLst/>
              <a:ahLst/>
              <a:cxnLst/>
              <a:rect l="l" t="t" r="r" b="b"/>
              <a:pathLst>
                <a:path w="332" h="528" extrusionOk="0">
                  <a:moveTo>
                    <a:pt x="0" y="0"/>
                  </a:moveTo>
                  <a:lnTo>
                    <a:pt x="332" y="0"/>
                  </a:lnTo>
                  <a:lnTo>
                    <a:pt x="332" y="528"/>
                  </a:lnTo>
                  <a:lnTo>
                    <a:pt x="0" y="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5277265" y="1299965"/>
              <a:ext cx="77996" cy="271108"/>
            </a:xfrm>
            <a:custGeom>
              <a:avLst/>
              <a:gdLst/>
              <a:ahLst/>
              <a:cxnLst/>
              <a:rect l="l" t="t" r="r" b="b"/>
              <a:pathLst>
                <a:path w="166" h="577" extrusionOk="0">
                  <a:moveTo>
                    <a:pt x="166" y="0"/>
                  </a:moveTo>
                  <a:lnTo>
                    <a:pt x="166" y="577"/>
                  </a:lnTo>
                  <a:lnTo>
                    <a:pt x="83" y="558"/>
                  </a:lnTo>
                  <a:lnTo>
                    <a:pt x="0" y="577"/>
                  </a:lnTo>
                  <a:lnTo>
                    <a:pt x="0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5316263" y="1299965"/>
              <a:ext cx="38998" cy="271108"/>
            </a:xfrm>
            <a:custGeom>
              <a:avLst/>
              <a:gdLst/>
              <a:ahLst/>
              <a:cxnLst/>
              <a:rect l="l" t="t" r="r" b="b"/>
              <a:pathLst>
                <a:path w="83" h="577" extrusionOk="0">
                  <a:moveTo>
                    <a:pt x="83" y="0"/>
                  </a:moveTo>
                  <a:lnTo>
                    <a:pt x="83" y="577"/>
                  </a:lnTo>
                  <a:lnTo>
                    <a:pt x="0" y="558"/>
                  </a:lnTo>
                  <a:lnTo>
                    <a:pt x="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5133959" y="1261907"/>
              <a:ext cx="364607" cy="52154"/>
            </a:xfrm>
            <a:custGeom>
              <a:avLst/>
              <a:gdLst/>
              <a:ahLst/>
              <a:cxnLst/>
              <a:rect l="l" t="t" r="r" b="b"/>
              <a:pathLst>
                <a:path w="776" h="111" extrusionOk="0">
                  <a:moveTo>
                    <a:pt x="776" y="0"/>
                  </a:moveTo>
                  <a:lnTo>
                    <a:pt x="776" y="111"/>
                  </a:lnTo>
                  <a:lnTo>
                    <a:pt x="471" y="111"/>
                  </a:lnTo>
                  <a:lnTo>
                    <a:pt x="388" y="81"/>
                  </a:lnTo>
                  <a:lnTo>
                    <a:pt x="305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305" y="0"/>
                  </a:lnTo>
                  <a:lnTo>
                    <a:pt x="388" y="22"/>
                  </a:lnTo>
                  <a:lnTo>
                    <a:pt x="471" y="0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5316263" y="1261907"/>
              <a:ext cx="182304" cy="52154"/>
            </a:xfrm>
            <a:custGeom>
              <a:avLst/>
              <a:gdLst/>
              <a:ahLst/>
              <a:cxnLst/>
              <a:rect l="l" t="t" r="r" b="b"/>
              <a:pathLst>
                <a:path w="388" h="111" extrusionOk="0">
                  <a:moveTo>
                    <a:pt x="388" y="0"/>
                  </a:moveTo>
                  <a:lnTo>
                    <a:pt x="388" y="111"/>
                  </a:lnTo>
                  <a:lnTo>
                    <a:pt x="83" y="111"/>
                  </a:lnTo>
                  <a:lnTo>
                    <a:pt x="0" y="81"/>
                  </a:lnTo>
                  <a:lnTo>
                    <a:pt x="0" y="22"/>
                  </a:lnTo>
                  <a:lnTo>
                    <a:pt x="83" y="0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5290421" y="1209753"/>
              <a:ext cx="51684" cy="62491"/>
            </a:xfrm>
            <a:custGeom>
              <a:avLst/>
              <a:gdLst/>
              <a:ahLst/>
              <a:cxnLst/>
              <a:rect l="l" t="t" r="r" b="b"/>
              <a:pathLst>
                <a:path w="110" h="133" extrusionOk="0">
                  <a:moveTo>
                    <a:pt x="110" y="55"/>
                  </a:moveTo>
                  <a:lnTo>
                    <a:pt x="110" y="133"/>
                  </a:lnTo>
                  <a:lnTo>
                    <a:pt x="0" y="133"/>
                  </a:lnTo>
                  <a:lnTo>
                    <a:pt x="0" y="55"/>
                  </a:lnTo>
                  <a:cubicBezTo>
                    <a:pt x="0" y="25"/>
                    <a:pt x="24" y="0"/>
                    <a:pt x="55" y="0"/>
                  </a:cubicBezTo>
                  <a:cubicBezTo>
                    <a:pt x="70" y="0"/>
                    <a:pt x="84" y="6"/>
                    <a:pt x="94" y="16"/>
                  </a:cubicBezTo>
                  <a:cubicBezTo>
                    <a:pt x="104" y="26"/>
                    <a:pt x="110" y="40"/>
                    <a:pt x="110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5316263" y="1209753"/>
              <a:ext cx="25842" cy="62491"/>
            </a:xfrm>
            <a:custGeom>
              <a:avLst/>
              <a:gdLst/>
              <a:ahLst/>
              <a:cxnLst/>
              <a:rect l="l" t="t" r="r" b="b"/>
              <a:pathLst>
                <a:path w="55" h="133" extrusionOk="0">
                  <a:moveTo>
                    <a:pt x="55" y="55"/>
                  </a:moveTo>
                  <a:lnTo>
                    <a:pt x="55" y="133"/>
                  </a:lnTo>
                  <a:lnTo>
                    <a:pt x="0" y="133"/>
                  </a:lnTo>
                  <a:lnTo>
                    <a:pt x="0" y="0"/>
                  </a:lnTo>
                  <a:cubicBezTo>
                    <a:pt x="15" y="0"/>
                    <a:pt x="29" y="6"/>
                    <a:pt x="39" y="16"/>
                  </a:cubicBezTo>
                  <a:cubicBezTo>
                    <a:pt x="49" y="26"/>
                    <a:pt x="55" y="40"/>
                    <a:pt x="55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5277265" y="1261907"/>
              <a:ext cx="77996" cy="52154"/>
            </a:xfrm>
            <a:custGeom>
              <a:avLst/>
              <a:gdLst/>
              <a:ahLst/>
              <a:cxnLst/>
              <a:rect l="l" t="t" r="r" b="b"/>
              <a:pathLst>
                <a:path w="166" h="111" extrusionOk="0">
                  <a:moveTo>
                    <a:pt x="0" y="0"/>
                  </a:moveTo>
                  <a:lnTo>
                    <a:pt x="166" y="0"/>
                  </a:lnTo>
                  <a:lnTo>
                    <a:pt x="166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5316263" y="1261907"/>
              <a:ext cx="38998" cy="52154"/>
            </a:xfrm>
            <a:custGeom>
              <a:avLst/>
              <a:gdLst/>
              <a:ahLst/>
              <a:cxnLst/>
              <a:rect l="l" t="t" r="r" b="b"/>
              <a:pathLst>
                <a:path w="83" h="111" extrusionOk="0">
                  <a:moveTo>
                    <a:pt x="0" y="0"/>
                  </a:moveTo>
                  <a:lnTo>
                    <a:pt x="83" y="0"/>
                  </a:lnTo>
                  <a:lnTo>
                    <a:pt x="83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5" name="Google Shape;1085;p33"/>
          <p:cNvGrpSpPr/>
          <p:nvPr/>
        </p:nvGrpSpPr>
        <p:grpSpPr>
          <a:xfrm>
            <a:off x="699207" y="964807"/>
            <a:ext cx="348020" cy="255480"/>
            <a:chOff x="5600526" y="1191428"/>
            <a:chExt cx="413473" cy="303998"/>
          </a:xfrm>
        </p:grpSpPr>
        <p:sp>
          <p:nvSpPr>
            <p:cNvPr id="1086" name="Google Shape;1086;p33"/>
            <p:cNvSpPr/>
            <p:nvPr/>
          </p:nvSpPr>
          <p:spPr>
            <a:xfrm>
              <a:off x="5600526" y="1392057"/>
              <a:ext cx="413472" cy="103369"/>
            </a:xfrm>
            <a:custGeom>
              <a:avLst/>
              <a:gdLst/>
              <a:ahLst/>
              <a:cxnLst/>
              <a:rect l="l" t="t" r="r" b="b"/>
              <a:pathLst>
                <a:path w="880" h="220" extrusionOk="0">
                  <a:moveTo>
                    <a:pt x="0" y="0"/>
                  </a:moveTo>
                  <a:lnTo>
                    <a:pt x="880" y="0"/>
                  </a:lnTo>
                  <a:lnTo>
                    <a:pt x="880" y="220"/>
                  </a:lnTo>
                  <a:lnTo>
                    <a:pt x="0" y="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34200" rIns="90000" bIns="34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5807262" y="1392057"/>
              <a:ext cx="206736" cy="103369"/>
            </a:xfrm>
            <a:custGeom>
              <a:avLst/>
              <a:gdLst/>
              <a:ahLst/>
              <a:cxnLst/>
              <a:rect l="l" t="t" r="r" b="b"/>
              <a:pathLst>
                <a:path w="440" h="220" extrusionOk="0">
                  <a:moveTo>
                    <a:pt x="0" y="0"/>
                  </a:moveTo>
                  <a:lnTo>
                    <a:pt x="440" y="0"/>
                  </a:lnTo>
                  <a:lnTo>
                    <a:pt x="440" y="220"/>
                  </a:lnTo>
                  <a:lnTo>
                    <a:pt x="0" y="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34200" rIns="90000" bIns="34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5652210" y="1191428"/>
              <a:ext cx="310104" cy="251374"/>
            </a:xfrm>
            <a:custGeom>
              <a:avLst/>
              <a:gdLst/>
              <a:ahLst/>
              <a:cxnLst/>
              <a:rect l="l" t="t" r="r" b="b"/>
              <a:pathLst>
                <a:path w="660" h="535" extrusionOk="0">
                  <a:moveTo>
                    <a:pt x="660" y="330"/>
                  </a:moveTo>
                  <a:cubicBezTo>
                    <a:pt x="660" y="408"/>
                    <a:pt x="633" y="479"/>
                    <a:pt x="588" y="535"/>
                  </a:cubicBezTo>
                  <a:lnTo>
                    <a:pt x="72" y="535"/>
                  </a:lnTo>
                  <a:cubicBezTo>
                    <a:pt x="27" y="479"/>
                    <a:pt x="0" y="408"/>
                    <a:pt x="0" y="330"/>
                  </a:cubicBezTo>
                  <a:cubicBezTo>
                    <a:pt x="0" y="148"/>
                    <a:pt x="148" y="0"/>
                    <a:pt x="330" y="0"/>
                  </a:cubicBezTo>
                  <a:cubicBezTo>
                    <a:pt x="512" y="0"/>
                    <a:pt x="660" y="148"/>
                    <a:pt x="660" y="3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5807262" y="1191428"/>
              <a:ext cx="155052" cy="251374"/>
            </a:xfrm>
            <a:custGeom>
              <a:avLst/>
              <a:gdLst/>
              <a:ahLst/>
              <a:cxnLst/>
              <a:rect l="l" t="t" r="r" b="b"/>
              <a:pathLst>
                <a:path w="330" h="535" extrusionOk="0">
                  <a:moveTo>
                    <a:pt x="330" y="330"/>
                  </a:moveTo>
                  <a:cubicBezTo>
                    <a:pt x="330" y="408"/>
                    <a:pt x="303" y="479"/>
                    <a:pt x="258" y="535"/>
                  </a:cubicBezTo>
                  <a:lnTo>
                    <a:pt x="0" y="535"/>
                  </a:lnTo>
                  <a:lnTo>
                    <a:pt x="0" y="0"/>
                  </a:lnTo>
                  <a:cubicBezTo>
                    <a:pt x="182" y="0"/>
                    <a:pt x="330" y="148"/>
                    <a:pt x="330" y="3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5764036" y="1273184"/>
              <a:ext cx="85983" cy="146596"/>
            </a:xfrm>
            <a:custGeom>
              <a:avLst/>
              <a:gdLst/>
              <a:ahLst/>
              <a:cxnLst/>
              <a:rect l="l" t="t" r="r" b="b"/>
              <a:pathLst>
                <a:path w="183" h="312" extrusionOk="0">
                  <a:moveTo>
                    <a:pt x="183" y="207"/>
                  </a:moveTo>
                  <a:cubicBezTo>
                    <a:pt x="183" y="246"/>
                    <a:pt x="155" y="278"/>
                    <a:pt x="118" y="284"/>
                  </a:cubicBezTo>
                  <a:lnTo>
                    <a:pt x="118" y="312"/>
                  </a:lnTo>
                  <a:lnTo>
                    <a:pt x="66" y="312"/>
                  </a:lnTo>
                  <a:lnTo>
                    <a:pt x="66" y="284"/>
                  </a:lnTo>
                  <a:cubicBezTo>
                    <a:pt x="29" y="279"/>
                    <a:pt x="0" y="247"/>
                    <a:pt x="0" y="208"/>
                  </a:cubicBezTo>
                  <a:lnTo>
                    <a:pt x="52" y="208"/>
                  </a:lnTo>
                  <a:cubicBezTo>
                    <a:pt x="52" y="222"/>
                    <a:pt x="63" y="233"/>
                    <a:pt x="77" y="233"/>
                  </a:cubicBezTo>
                  <a:lnTo>
                    <a:pt x="106" y="233"/>
                  </a:lnTo>
                  <a:cubicBezTo>
                    <a:pt x="120" y="233"/>
                    <a:pt x="132" y="222"/>
                    <a:pt x="132" y="207"/>
                  </a:cubicBezTo>
                  <a:cubicBezTo>
                    <a:pt x="132" y="193"/>
                    <a:pt x="120" y="182"/>
                    <a:pt x="106" y="182"/>
                  </a:cubicBezTo>
                  <a:lnTo>
                    <a:pt x="78" y="182"/>
                  </a:lnTo>
                  <a:cubicBezTo>
                    <a:pt x="35" y="182"/>
                    <a:pt x="0" y="147"/>
                    <a:pt x="0" y="104"/>
                  </a:cubicBezTo>
                  <a:cubicBezTo>
                    <a:pt x="0" y="65"/>
                    <a:pt x="29" y="33"/>
                    <a:pt x="66" y="27"/>
                  </a:cubicBezTo>
                  <a:lnTo>
                    <a:pt x="66" y="0"/>
                  </a:lnTo>
                  <a:lnTo>
                    <a:pt x="118" y="0"/>
                  </a:lnTo>
                  <a:lnTo>
                    <a:pt x="118" y="28"/>
                  </a:lnTo>
                  <a:cubicBezTo>
                    <a:pt x="154" y="33"/>
                    <a:pt x="183" y="66"/>
                    <a:pt x="183" y="104"/>
                  </a:cubicBezTo>
                  <a:lnTo>
                    <a:pt x="131" y="104"/>
                  </a:lnTo>
                  <a:cubicBezTo>
                    <a:pt x="131" y="90"/>
                    <a:pt x="120" y="78"/>
                    <a:pt x="105" y="78"/>
                  </a:cubicBezTo>
                  <a:lnTo>
                    <a:pt x="78" y="78"/>
                  </a:lnTo>
                  <a:cubicBezTo>
                    <a:pt x="63" y="78"/>
                    <a:pt x="52" y="90"/>
                    <a:pt x="52" y="104"/>
                  </a:cubicBezTo>
                  <a:cubicBezTo>
                    <a:pt x="52" y="118"/>
                    <a:pt x="63" y="130"/>
                    <a:pt x="78" y="130"/>
                  </a:cubicBezTo>
                  <a:lnTo>
                    <a:pt x="106" y="130"/>
                  </a:lnTo>
                  <a:cubicBezTo>
                    <a:pt x="149" y="130"/>
                    <a:pt x="183" y="165"/>
                    <a:pt x="183" y="2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5807262" y="1334265"/>
              <a:ext cx="42757" cy="85514"/>
            </a:xfrm>
            <a:custGeom>
              <a:avLst/>
              <a:gdLst/>
              <a:ahLst/>
              <a:cxnLst/>
              <a:rect l="l" t="t" r="r" b="b"/>
              <a:pathLst>
                <a:path w="91" h="182" extrusionOk="0">
                  <a:moveTo>
                    <a:pt x="91" y="77"/>
                  </a:moveTo>
                  <a:cubicBezTo>
                    <a:pt x="91" y="116"/>
                    <a:pt x="63" y="148"/>
                    <a:pt x="26" y="154"/>
                  </a:cubicBezTo>
                  <a:lnTo>
                    <a:pt x="26" y="182"/>
                  </a:lnTo>
                  <a:lnTo>
                    <a:pt x="0" y="182"/>
                  </a:lnTo>
                  <a:lnTo>
                    <a:pt x="0" y="103"/>
                  </a:lnTo>
                  <a:lnTo>
                    <a:pt x="14" y="103"/>
                  </a:lnTo>
                  <a:cubicBezTo>
                    <a:pt x="28" y="103"/>
                    <a:pt x="40" y="92"/>
                    <a:pt x="40" y="77"/>
                  </a:cubicBezTo>
                  <a:cubicBezTo>
                    <a:pt x="40" y="63"/>
                    <a:pt x="28" y="52"/>
                    <a:pt x="14" y="52"/>
                  </a:cubicBezTo>
                  <a:lnTo>
                    <a:pt x="0" y="52"/>
                  </a:lnTo>
                  <a:lnTo>
                    <a:pt x="0" y="0"/>
                  </a:lnTo>
                  <a:lnTo>
                    <a:pt x="14" y="0"/>
                  </a:lnTo>
                  <a:cubicBezTo>
                    <a:pt x="57" y="0"/>
                    <a:pt x="91" y="35"/>
                    <a:pt x="91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0500" rIns="90000" bIns="20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5807262" y="1273184"/>
              <a:ext cx="42757" cy="48865"/>
            </a:xfrm>
            <a:custGeom>
              <a:avLst/>
              <a:gdLst/>
              <a:ahLst/>
              <a:cxnLst/>
              <a:rect l="l" t="t" r="r" b="b"/>
              <a:pathLst>
                <a:path w="91" h="104" extrusionOk="0">
                  <a:moveTo>
                    <a:pt x="13" y="78"/>
                  </a:moveTo>
                  <a:lnTo>
                    <a:pt x="0" y="78"/>
                  </a:lnTo>
                  <a:lnTo>
                    <a:pt x="0" y="0"/>
                  </a:lnTo>
                  <a:lnTo>
                    <a:pt x="26" y="0"/>
                  </a:lnTo>
                  <a:lnTo>
                    <a:pt x="26" y="28"/>
                  </a:lnTo>
                  <a:cubicBezTo>
                    <a:pt x="62" y="33"/>
                    <a:pt x="91" y="66"/>
                    <a:pt x="91" y="104"/>
                  </a:cubicBezTo>
                  <a:lnTo>
                    <a:pt x="39" y="104"/>
                  </a:lnTo>
                  <a:cubicBezTo>
                    <a:pt x="39" y="90"/>
                    <a:pt x="28" y="78"/>
                    <a:pt x="13" y="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5697786" y="1237005"/>
              <a:ext cx="218952" cy="218954"/>
            </a:xfrm>
            <a:custGeom>
              <a:avLst/>
              <a:gdLst/>
              <a:ahLst/>
              <a:cxnLst/>
              <a:rect l="l" t="t" r="r" b="b"/>
              <a:pathLst>
                <a:path w="466" h="466" extrusionOk="0">
                  <a:moveTo>
                    <a:pt x="233" y="414"/>
                  </a:moveTo>
                  <a:cubicBezTo>
                    <a:pt x="133" y="414"/>
                    <a:pt x="51" y="333"/>
                    <a:pt x="51" y="233"/>
                  </a:cubicBezTo>
                  <a:cubicBezTo>
                    <a:pt x="51" y="133"/>
                    <a:pt x="133" y="52"/>
                    <a:pt x="233" y="52"/>
                  </a:cubicBezTo>
                  <a:cubicBezTo>
                    <a:pt x="333" y="52"/>
                    <a:pt x="414" y="133"/>
                    <a:pt x="414" y="233"/>
                  </a:cubicBezTo>
                  <a:cubicBezTo>
                    <a:pt x="414" y="333"/>
                    <a:pt x="333" y="414"/>
                    <a:pt x="233" y="414"/>
                  </a:cubicBezTo>
                  <a:moveTo>
                    <a:pt x="233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0" y="361"/>
                    <a:pt x="104" y="466"/>
                    <a:pt x="233" y="466"/>
                  </a:cubicBezTo>
                  <a:cubicBezTo>
                    <a:pt x="361" y="466"/>
                    <a:pt x="466" y="361"/>
                    <a:pt x="466" y="233"/>
                  </a:cubicBezTo>
                  <a:cubicBezTo>
                    <a:pt x="466" y="104"/>
                    <a:pt x="361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5807262" y="1237005"/>
              <a:ext cx="109476" cy="218954"/>
            </a:xfrm>
            <a:custGeom>
              <a:avLst/>
              <a:gdLst/>
              <a:ahLst/>
              <a:cxnLst/>
              <a:rect l="l" t="t" r="r" b="b"/>
              <a:pathLst>
                <a:path w="233" h="466" extrusionOk="0">
                  <a:moveTo>
                    <a:pt x="233" y="233"/>
                  </a:moveTo>
                  <a:cubicBezTo>
                    <a:pt x="233" y="361"/>
                    <a:pt x="128" y="466"/>
                    <a:pt x="0" y="466"/>
                  </a:cubicBezTo>
                  <a:lnTo>
                    <a:pt x="0" y="414"/>
                  </a:lnTo>
                  <a:cubicBezTo>
                    <a:pt x="100" y="414"/>
                    <a:pt x="181" y="333"/>
                    <a:pt x="181" y="233"/>
                  </a:cubicBezTo>
                  <a:cubicBezTo>
                    <a:pt x="181" y="133"/>
                    <a:pt x="100" y="52"/>
                    <a:pt x="0" y="52"/>
                  </a:cubicBezTo>
                  <a:lnTo>
                    <a:pt x="0" y="0"/>
                  </a:lnTo>
                  <a:cubicBezTo>
                    <a:pt x="128" y="0"/>
                    <a:pt x="233" y="104"/>
                    <a:pt x="233" y="2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5651740" y="1431525"/>
              <a:ext cx="311044" cy="24433"/>
            </a:xfrm>
            <a:custGeom>
              <a:avLst/>
              <a:gdLst/>
              <a:ahLst/>
              <a:cxnLst/>
              <a:rect l="l" t="t" r="r" b="b"/>
              <a:pathLst>
                <a:path w="662" h="52" extrusionOk="0">
                  <a:moveTo>
                    <a:pt x="0" y="0"/>
                  </a:moveTo>
                  <a:lnTo>
                    <a:pt x="662" y="0"/>
                  </a:lnTo>
                  <a:lnTo>
                    <a:pt x="662" y="52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5807262" y="1431525"/>
              <a:ext cx="155522" cy="24433"/>
            </a:xfrm>
            <a:custGeom>
              <a:avLst/>
              <a:gdLst/>
              <a:ahLst/>
              <a:cxnLst/>
              <a:rect l="l" t="t" r="r" b="b"/>
              <a:pathLst>
                <a:path w="331" h="52" extrusionOk="0">
                  <a:moveTo>
                    <a:pt x="0" y="0"/>
                  </a:moveTo>
                  <a:lnTo>
                    <a:pt x="331" y="0"/>
                  </a:lnTo>
                  <a:lnTo>
                    <a:pt x="331" y="52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3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4"/>
          <p:cNvSpPr txBox="1">
            <a:spLocks noGrp="1"/>
          </p:cNvSpPr>
          <p:nvPr>
            <p:ph type="title"/>
          </p:nvPr>
        </p:nvSpPr>
        <p:spPr>
          <a:xfrm>
            <a:off x="246082" y="1910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Revenue Model</a:t>
            </a:r>
            <a:endParaRPr u="sng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F6F13ED-8CD9-2F82-3269-D532F08F6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9885434"/>
              </p:ext>
            </p:extLst>
          </p:nvPr>
        </p:nvGraphicFramePr>
        <p:xfrm>
          <a:off x="1097100" y="882081"/>
          <a:ext cx="7465987" cy="3952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8D54BCB-F8BD-F3BD-EB53-04339A0C9F7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4292659" y="2308420"/>
            <a:ext cx="1289226" cy="854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Competition</a:t>
            </a:r>
            <a:endParaRPr u="sng" dirty="0"/>
          </a:p>
        </p:txBody>
      </p:sp>
      <p:sp>
        <p:nvSpPr>
          <p:cNvPr id="1468" name="Google Shape;1468;p42"/>
          <p:cNvSpPr/>
          <p:nvPr/>
        </p:nvSpPr>
        <p:spPr>
          <a:xfrm>
            <a:off x="867850" y="1354675"/>
            <a:ext cx="3249300" cy="3249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AD13"/>
              </a:solidFill>
            </a:endParaRPr>
          </a:p>
        </p:txBody>
      </p:sp>
      <p:sp>
        <p:nvSpPr>
          <p:cNvPr id="1469" name="Google Shape;1469;p42"/>
          <p:cNvSpPr/>
          <p:nvPr/>
        </p:nvSpPr>
        <p:spPr>
          <a:xfrm>
            <a:off x="1144900" y="1908750"/>
            <a:ext cx="2695200" cy="269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5000"/>
                </a:schemeClr>
              </a:solidFill>
            </a:endParaRPr>
          </a:p>
        </p:txBody>
      </p:sp>
      <p:sp>
        <p:nvSpPr>
          <p:cNvPr id="1470" name="Google Shape;1470;p42"/>
          <p:cNvSpPr/>
          <p:nvPr/>
        </p:nvSpPr>
        <p:spPr>
          <a:xfrm>
            <a:off x="1677550" y="2974125"/>
            <a:ext cx="1629900" cy="1629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42"/>
          <p:cNvSpPr txBox="1"/>
          <p:nvPr/>
        </p:nvSpPr>
        <p:spPr>
          <a:xfrm>
            <a:off x="1767550" y="1380976"/>
            <a:ext cx="144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Platform</a:t>
            </a:r>
            <a:endParaRPr sz="24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2" name="Google Shape;1472;p42"/>
          <p:cNvSpPr txBox="1"/>
          <p:nvPr/>
        </p:nvSpPr>
        <p:spPr>
          <a:xfrm>
            <a:off x="1504800" y="2215148"/>
            <a:ext cx="19825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Marketplace</a:t>
            </a:r>
            <a:endParaRPr sz="24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3" name="Google Shape;1473;p42"/>
          <p:cNvSpPr txBox="1"/>
          <p:nvPr/>
        </p:nvSpPr>
        <p:spPr>
          <a:xfrm>
            <a:off x="1677550" y="3192163"/>
            <a:ext cx="162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6"/>
                </a:solidFill>
                <a:latin typeface="Figtree"/>
                <a:ea typeface="Figtree"/>
                <a:cs typeface="Figtree"/>
                <a:sym typeface="Figtree"/>
              </a:rPr>
              <a:t>Customer &amp; Service Provider</a:t>
            </a:r>
            <a:endParaRPr sz="2400" b="1" dirty="0">
              <a:solidFill>
                <a:schemeClr val="accent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4" name="Google Shape;1474;p42"/>
          <p:cNvSpPr txBox="1"/>
          <p:nvPr/>
        </p:nvSpPr>
        <p:spPr>
          <a:xfrm>
            <a:off x="4840100" y="1116192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Competitor</a:t>
            </a:r>
            <a:endParaRPr sz="18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5" name="Google Shape;1475;p42"/>
          <p:cNvSpPr txBox="1"/>
          <p:nvPr/>
        </p:nvSpPr>
        <p:spPr>
          <a:xfrm>
            <a:off x="4840100" y="1411445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Direct</a:t>
            </a: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: No Such Competitor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Indirect</a:t>
            </a: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: Urban Company, </a:t>
            </a:r>
            <a:r>
              <a:rPr lang="en-US" sz="1200" dirty="0" err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Housejoy</a:t>
            </a: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Local 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                    Service providers </a:t>
            </a:r>
            <a:endParaRPr sz="12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6" name="Google Shape;1476;p42"/>
          <p:cNvSpPr txBox="1"/>
          <p:nvPr/>
        </p:nvSpPr>
        <p:spPr>
          <a:xfrm>
            <a:off x="4840100" y="2219209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Barriers</a:t>
            </a:r>
            <a:endParaRPr sz="18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7" name="Google Shape;1477;p42"/>
          <p:cNvSpPr txBox="1"/>
          <p:nvPr/>
        </p:nvSpPr>
        <p:spPr>
          <a:xfrm>
            <a:off x="4840100" y="2514439"/>
            <a:ext cx="3584100" cy="110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Foreign Companies need to do more ground work to understand Indian market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Partnerships </a:t>
            </a:r>
            <a:r>
              <a:rPr lang="en-US" sz="12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{Ground Level Network}</a:t>
            </a: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with the service providers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8" name="Google Shape;1478;p42"/>
          <p:cNvSpPr txBox="1"/>
          <p:nvPr/>
        </p:nvSpPr>
        <p:spPr>
          <a:xfrm>
            <a:off x="4846625" y="3617835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Key differentiators</a:t>
            </a:r>
            <a:endParaRPr sz="18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9" name="Google Shape;1479;p42"/>
          <p:cNvSpPr txBox="1"/>
          <p:nvPr/>
        </p:nvSpPr>
        <p:spPr>
          <a:xfrm>
            <a:off x="4846625" y="3955495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Involved in large scale projects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Sevices</a:t>
            </a:r>
            <a:r>
              <a:rPr lang="en-US" sz="12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to same customer at multiple locations</a:t>
            </a:r>
            <a:endParaRPr sz="12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0" name="Google Shape;1480;p42"/>
          <p:cNvSpPr/>
          <p:nvPr/>
        </p:nvSpPr>
        <p:spPr>
          <a:xfrm>
            <a:off x="4391588" y="3707650"/>
            <a:ext cx="372300" cy="21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1" name="Google Shape;1481;p42"/>
          <p:cNvSpPr/>
          <p:nvPr/>
        </p:nvSpPr>
        <p:spPr>
          <a:xfrm>
            <a:off x="4391600" y="2324044"/>
            <a:ext cx="372300" cy="21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2" name="Google Shape;1482;p42"/>
          <p:cNvSpPr/>
          <p:nvPr/>
        </p:nvSpPr>
        <p:spPr>
          <a:xfrm>
            <a:off x="4391588" y="1221050"/>
            <a:ext cx="372300" cy="21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608ED1-9DD5-4281-9C3D-9E469DAD86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Financial Projections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5915"/>
              </p:ext>
            </p:extLst>
          </p:nvPr>
        </p:nvGraphicFramePr>
        <p:xfrm>
          <a:off x="854634" y="1017725"/>
          <a:ext cx="7213601" cy="2484120"/>
        </p:xfrm>
        <a:graphic>
          <a:graphicData uri="http://schemas.openxmlformats.org/drawingml/2006/table">
            <a:tbl>
              <a:tblPr>
                <a:tableStyleId>{1D99E0DC-BDC3-4CCE-93D3-27D63D6D1958}</a:tableStyleId>
              </a:tblPr>
              <a:tblGrid>
                <a:gridCol w="1512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</a:rPr>
                        <a:t>Year 1</a:t>
                      </a:r>
                      <a:endParaRPr lang="en-US" sz="1200" b="1" i="0" u="none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</a:rPr>
                        <a:t>Year 2</a:t>
                      </a:r>
                      <a:endParaRPr lang="en-US" sz="1200" b="1" i="0" u="none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</a:rPr>
                        <a:t>Year on Year </a:t>
                      </a:r>
                      <a:br>
                        <a:rPr lang="en-US" sz="1200" b="1" u="none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</a:rPr>
                        <a:t>Growth</a:t>
                      </a:r>
                      <a:endParaRPr lang="en-US" sz="1200" b="1" i="0" u="none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sng" strike="noStrike" dirty="0">
                          <a:effectLst/>
                          <a:latin typeface="Bookman Old Style" panose="02050604050505020204" pitchFamily="18" charset="0"/>
                        </a:rPr>
                        <a:t>Factors</a:t>
                      </a:r>
                      <a:endParaRPr lang="en-US" sz="1200" b="1" i="0" u="sng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ookman Old Style" panose="02050604050505020204" pitchFamily="18" charset="0"/>
                        </a:rPr>
                        <a:t>Q1 + Q2</a:t>
                      </a:r>
                      <a:endParaRPr lang="en-US" sz="1200" b="1" i="0" u="sng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ookman Old Style" panose="02050604050505020204" pitchFamily="18" charset="0"/>
                        </a:rPr>
                        <a:t>Q3 + Q4</a:t>
                      </a:r>
                      <a:endParaRPr lang="en-US" sz="1200" b="1" i="0" u="sng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ookman Old Style" panose="02050604050505020204" pitchFamily="18" charset="0"/>
                        </a:rPr>
                        <a:t>Q1 + Q2</a:t>
                      </a:r>
                      <a:endParaRPr lang="en-US" sz="1200" b="1" i="0" u="sng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ookman Old Style" panose="02050604050505020204" pitchFamily="18" charset="0"/>
                        </a:rPr>
                        <a:t>Q3 + Q4</a:t>
                      </a:r>
                      <a:endParaRPr lang="en-US" sz="1200" b="1" i="0" u="sng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strike="noStrike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ookman Old Style" panose="02050604050505020204" pitchFamily="18" charset="0"/>
                        </a:rPr>
                        <a:t>(Y2-Y1)/Y1</a:t>
                      </a:r>
                      <a:endParaRPr lang="en-US" sz="1200" b="1" i="0" u="sng" strike="noStrike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Revenue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5,00,000.00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6,00,000.00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11,00,000.00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15,00,000.00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136%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Variable Cost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1,62,500.00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Bookman Old Style" panose="02050604050505020204" pitchFamily="18" charset="0"/>
                        </a:rPr>
                        <a:t>   1,95,000.00 </a:t>
                      </a:r>
                      <a:endParaRPr lang="en-US" sz="1200" b="0" i="0" u="none" strike="noStrike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4,20,000.00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6,10,000.00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188%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Contribution 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3,37,500.00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>
                          <a:effectLst/>
                          <a:latin typeface="Bookman Old Style" panose="02050604050505020204" pitchFamily="18" charset="0"/>
                        </a:rPr>
                        <a:t>   4,05,000.00 </a:t>
                      </a:r>
                      <a:endParaRPr lang="en-US" sz="1200" b="0" i="0" u="none" strike="noStrike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7,80,000.00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8,90,000.00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125%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Fixed Costs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4,80,000.00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4,80,000.00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6,60,000.00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7,20,000.00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44%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Profit before taxes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(1,42,500.00)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(75,000.00)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1,20,000.00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1,70,000.00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233%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Tax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           -  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         -  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          -  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           -  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Bookman Old Style" panose="02050604050505020204" pitchFamily="18" charset="0"/>
                        </a:rPr>
                        <a:t> Profit after taxes </a:t>
                      </a:r>
                      <a:endParaRPr lang="en-US" sz="1200" b="1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(1,42,500.00)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(75,000.00)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1,20,000.00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        1,70,000.00 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>
                          <a:effectLst/>
                          <a:latin typeface="Bookman Old Style" panose="02050604050505020204" pitchFamily="18" charset="0"/>
                        </a:rPr>
                        <a:t>2%</a:t>
                      </a:r>
                      <a:endParaRPr lang="en-US" sz="1200" b="0" i="0" u="none" strike="noStrike" dirty="0">
                        <a:solidFill>
                          <a:srgbClr val="2A140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4126" y="3509790"/>
            <a:ext cx="716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Bookman Old Style" panose="02050604050505020204" pitchFamily="18" charset="0"/>
              </a:rPr>
              <a:t>VC - Payment Gateway Charges, Free Contract Services, Misc. Expenses.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Bookman Old Style" panose="02050604050505020204" pitchFamily="18" charset="0"/>
              </a:rPr>
              <a:t>FC - Employee Benefit Costs, Support Costs, Google Map Charges, Advertisements, Platform </a:t>
            </a:r>
            <a:r>
              <a:rPr lang="en-US" sz="1200" dirty="0" err="1">
                <a:latin typeface="Bookman Old Style" panose="02050604050505020204" pitchFamily="18" charset="0"/>
              </a:rPr>
              <a:t>Maintainance</a:t>
            </a:r>
            <a:r>
              <a:rPr lang="en-US" sz="1200" dirty="0">
                <a:latin typeface="Bookman Old Style" panose="02050604050505020204" pitchFamily="18" charset="0"/>
              </a:rPr>
              <a:t> Charges.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Bookman Old Style" panose="02050604050505020204" pitchFamily="18" charset="0"/>
              </a:rPr>
              <a:t>Exemption of Taxes u/s 80 IAC.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Bookman Old Style" panose="02050604050505020204" pitchFamily="18" charset="0"/>
              </a:rPr>
              <a:t>Capital Introduction shall be 2.5 lac each by both Founder.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Bookman Old Style" panose="02050604050505020204" pitchFamily="18" charset="0"/>
              </a:rPr>
              <a:t>A Tech founder will also bring capital</a:t>
            </a:r>
            <a:r>
              <a:rPr lang="en-US" sz="12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9CC0C5-98BA-0B4F-4F4F-D6DD5082E0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Milestones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68" b="22697"/>
          <a:stretch/>
        </p:blipFill>
        <p:spPr>
          <a:xfrm>
            <a:off x="713225" y="1068231"/>
            <a:ext cx="8172539" cy="33861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9" name="Rectangle 8"/>
          <p:cNvSpPr/>
          <p:nvPr/>
        </p:nvSpPr>
        <p:spPr>
          <a:xfrm>
            <a:off x="1374436" y="2081043"/>
            <a:ext cx="1444068" cy="12876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Recognition</a:t>
            </a:r>
          </a:p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197697" y="2176330"/>
            <a:ext cx="1374304" cy="12876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Friendly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6174" y="2176329"/>
            <a:ext cx="1374304" cy="11923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Long Term Contracts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3460" y="2134833"/>
            <a:ext cx="1374303" cy="12876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Rewrite the Industry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D7F4-DF73-1C28-E48F-BC339A632B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8135800" y="124617"/>
            <a:ext cx="838200" cy="5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C66763-AFD1-E2B8-F0B7-B746E99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A2EF2-45CF-0E1F-A8E6-D88951EFC871}"/>
              </a:ext>
            </a:extLst>
          </p:cNvPr>
          <p:cNvSpPr txBox="1"/>
          <p:nvPr/>
        </p:nvSpPr>
        <p:spPr>
          <a:xfrm>
            <a:off x="796066" y="1355464"/>
            <a:ext cx="7627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Seize the Opportunity to Invest as well as get listed on our platform to have ways to serve.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2BDF7-318C-D2EF-0A8F-78BCC7DA5C89}"/>
              </a:ext>
            </a:extLst>
          </p:cNvPr>
          <p:cNvSpPr txBox="1"/>
          <p:nvPr/>
        </p:nvSpPr>
        <p:spPr>
          <a:xfrm>
            <a:off x="3617265" y="2518254"/>
            <a:ext cx="46741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Colonna MT" panose="04020805060202030203" pitchFamily="82" charset="0"/>
              </a:rPr>
              <a:t>SERVE-ON</a:t>
            </a:r>
            <a:endParaRPr lang="en-IN" sz="4800" dirty="0">
              <a:latin typeface="Colonna MT" panose="04020805060202030203" pitchFamily="8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14" b="74000" l="6180" r="55618">
                        <a14:foregroundMark x1="18750" y1="37083" x2="18750" y2="37083"/>
                        <a14:foregroundMark x1="31250" y1="37083" x2="31250" y2="37083"/>
                        <a14:foregroundMark x1="41750" y1="37083" x2="41750" y2="37083"/>
                        <a14:foregroundMark x1="31250" y1="35833" x2="31250" y2="3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53" r="38202" b="19540"/>
          <a:stretch/>
        </p:blipFill>
        <p:spPr>
          <a:xfrm>
            <a:off x="1998015" y="2431867"/>
            <a:ext cx="1619250" cy="8510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074FE4-7175-73CE-A793-C40709DFF14A}"/>
              </a:ext>
            </a:extLst>
          </p:cNvPr>
          <p:cNvSpPr txBox="1"/>
          <p:nvPr/>
        </p:nvSpPr>
        <p:spPr>
          <a:xfrm>
            <a:off x="852539" y="3574484"/>
            <a:ext cx="7627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            -  Home Services Made Easy….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ction Online Platform Pitch Deck by Slidesgo">
  <a:themeElements>
    <a:clrScheme name="Simple Light">
      <a:dk1>
        <a:srgbClr val="2A1401"/>
      </a:dk1>
      <a:lt1>
        <a:srgbClr val="F3F3F3"/>
      </a:lt1>
      <a:dk2>
        <a:srgbClr val="542700"/>
      </a:dk2>
      <a:lt2>
        <a:srgbClr val="9B422D"/>
      </a:lt2>
      <a:accent1>
        <a:srgbClr val="C9755D"/>
      </a:accent1>
      <a:accent2>
        <a:srgbClr val="DE9B59"/>
      </a:accent2>
      <a:accent3>
        <a:srgbClr val="EBBC7A"/>
      </a:accent3>
      <a:accent4>
        <a:srgbClr val="00897E"/>
      </a:accent4>
      <a:accent5>
        <a:srgbClr val="7AC7BE"/>
      </a:accent5>
      <a:accent6>
        <a:srgbClr val="FFFFFF"/>
      </a:accent6>
      <a:hlink>
        <a:srgbClr val="2A140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723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Nunito Light</vt:lpstr>
      <vt:lpstr>Colonna MT</vt:lpstr>
      <vt:lpstr>Calibri</vt:lpstr>
      <vt:lpstr>Figtree</vt:lpstr>
      <vt:lpstr>Arial</vt:lpstr>
      <vt:lpstr>Bookman Old Style</vt:lpstr>
      <vt:lpstr>Open Sans</vt:lpstr>
      <vt:lpstr>Raleway</vt:lpstr>
      <vt:lpstr>Nunito</vt:lpstr>
      <vt:lpstr>Auction Online Platform Pitch Deck by Slidesgo</vt:lpstr>
      <vt:lpstr>SERVE-ON </vt:lpstr>
      <vt:lpstr>Problem Statement</vt:lpstr>
      <vt:lpstr>Solution</vt:lpstr>
      <vt:lpstr>Market Opportunity</vt:lpstr>
      <vt:lpstr>Market Opportunity</vt:lpstr>
      <vt:lpstr>Revenue Model</vt:lpstr>
      <vt:lpstr>Competition</vt:lpstr>
      <vt:lpstr>Financial Projections</vt:lpstr>
      <vt:lpstr>Milestones</vt:lpstr>
      <vt:lpstr>Call 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SERVE-ON</dc:title>
  <dc:creator>Prajyot</dc:creator>
  <cp:lastModifiedBy>Prajyot Thakare</cp:lastModifiedBy>
  <cp:revision>40</cp:revision>
  <dcterms:modified xsi:type="dcterms:W3CDTF">2024-06-10T09:13:42Z</dcterms:modified>
</cp:coreProperties>
</file>